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5"/>
  </p:notesMasterIdLst>
  <p:handoutMasterIdLst>
    <p:handoutMasterId r:id="rId66"/>
  </p:handoutMasterIdLst>
  <p:sldIdLst>
    <p:sldId id="550145254" r:id="rId5"/>
    <p:sldId id="550145255" r:id="rId6"/>
    <p:sldId id="258" r:id="rId7"/>
    <p:sldId id="550145257" r:id="rId8"/>
    <p:sldId id="550145258" r:id="rId9"/>
    <p:sldId id="256" r:id="rId10"/>
    <p:sldId id="550145256" r:id="rId11"/>
    <p:sldId id="259" r:id="rId12"/>
    <p:sldId id="550145266" r:id="rId13"/>
    <p:sldId id="262" r:id="rId14"/>
    <p:sldId id="14152" r:id="rId15"/>
    <p:sldId id="260" r:id="rId16"/>
    <p:sldId id="261" r:id="rId17"/>
    <p:sldId id="550145267" r:id="rId18"/>
    <p:sldId id="264" r:id="rId19"/>
    <p:sldId id="550145239" r:id="rId20"/>
    <p:sldId id="265" r:id="rId21"/>
    <p:sldId id="266" r:id="rId22"/>
    <p:sldId id="267" r:id="rId23"/>
    <p:sldId id="268" r:id="rId24"/>
    <p:sldId id="269" r:id="rId25"/>
    <p:sldId id="550145268" r:id="rId26"/>
    <p:sldId id="270" r:id="rId27"/>
    <p:sldId id="279" r:id="rId28"/>
    <p:sldId id="550145240" r:id="rId29"/>
    <p:sldId id="280" r:id="rId30"/>
    <p:sldId id="550145259" r:id="rId31"/>
    <p:sldId id="550145241" r:id="rId32"/>
    <p:sldId id="550145242" r:id="rId33"/>
    <p:sldId id="550145243" r:id="rId34"/>
    <p:sldId id="550145244" r:id="rId35"/>
    <p:sldId id="550145245" r:id="rId36"/>
    <p:sldId id="550145246" r:id="rId37"/>
    <p:sldId id="550145247" r:id="rId38"/>
    <p:sldId id="550145248" r:id="rId39"/>
    <p:sldId id="271" r:id="rId40"/>
    <p:sldId id="272" r:id="rId41"/>
    <p:sldId id="273" r:id="rId42"/>
    <p:sldId id="274" r:id="rId43"/>
    <p:sldId id="275" r:id="rId44"/>
    <p:sldId id="14153" r:id="rId45"/>
    <p:sldId id="277" r:id="rId46"/>
    <p:sldId id="550145237" r:id="rId47"/>
    <p:sldId id="550145249" r:id="rId48"/>
    <p:sldId id="257" r:id="rId49"/>
    <p:sldId id="550145232" r:id="rId50"/>
    <p:sldId id="281" r:id="rId51"/>
    <p:sldId id="550145260" r:id="rId52"/>
    <p:sldId id="550145261" r:id="rId53"/>
    <p:sldId id="550145262" r:id="rId54"/>
    <p:sldId id="550145263" r:id="rId55"/>
    <p:sldId id="366" r:id="rId56"/>
    <p:sldId id="550145250" r:id="rId57"/>
    <p:sldId id="550145251" r:id="rId58"/>
    <p:sldId id="550145252" r:id="rId59"/>
    <p:sldId id="550145253" r:id="rId60"/>
    <p:sldId id="550145264" r:id="rId61"/>
    <p:sldId id="285" r:id="rId62"/>
    <p:sldId id="550145265" r:id="rId63"/>
    <p:sldId id="301" r:id="rId64"/>
  </p:sldIdLst>
  <p:sldSz cx="36576000" cy="2057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1D1D1"/>
    <a:srgbClr val="C0C0C0"/>
    <a:srgbClr val="B8B8B8"/>
    <a:srgbClr val="151617"/>
    <a:srgbClr val="FAC200"/>
    <a:srgbClr val="9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03" autoAdjust="0"/>
    <p:restoredTop sz="96391" autoAdjust="0"/>
  </p:normalViewPr>
  <p:slideViewPr>
    <p:cSldViewPr snapToGrid="0">
      <p:cViewPr varScale="1">
        <p:scale>
          <a:sx n="29" d="100"/>
          <a:sy n="29" d="100"/>
        </p:scale>
        <p:origin x="547" y="250"/>
      </p:cViewPr>
      <p:guideLst/>
    </p:cSldViewPr>
  </p:slideViewPr>
  <p:outlineViewPr>
    <p:cViewPr>
      <p:scale>
        <a:sx n="33" d="100"/>
        <a:sy n="33" d="100"/>
      </p:scale>
      <p:origin x="0" y="-1581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2214" y="102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en Hill-Peterson" userId="d3234e37-15a6-4633-bb53-3a1db57a2b03" providerId="ADAL" clId="{B2019596-BB80-4E31-BDC5-354A8DA3B09C}"/>
    <pc:docChg chg="addSld modSld sldOrd">
      <pc:chgData name="Kristen Hill-Peterson" userId="d3234e37-15a6-4633-bb53-3a1db57a2b03" providerId="ADAL" clId="{B2019596-BB80-4E31-BDC5-354A8DA3B09C}" dt="2023-10-18T20:22:03.862" v="2"/>
      <pc:docMkLst>
        <pc:docMk/>
      </pc:docMkLst>
      <pc:sldChg chg="add ord">
        <pc:chgData name="Kristen Hill-Peterson" userId="d3234e37-15a6-4633-bb53-3a1db57a2b03" providerId="ADAL" clId="{B2019596-BB80-4E31-BDC5-354A8DA3B09C}" dt="2023-10-18T20:22:03.862" v="2"/>
        <pc:sldMkLst>
          <pc:docMk/>
          <pc:sldMk cId="2245222864" sldId="550145268"/>
        </pc:sldMkLst>
      </pc:sldChg>
    </pc:docChg>
  </pc:docChgLst>
  <pc:docChgLst>
    <pc:chgData name="Patricia Vera" userId="0d5784e4-1a27-4630-801f-b977dc7f56f6" providerId="ADAL" clId="{28AA8ECE-7B21-4DFE-8BB4-616E38BE6739}"/>
    <pc:docChg chg="addSld delSld modSld">
      <pc:chgData name="Patricia Vera" userId="0d5784e4-1a27-4630-801f-b977dc7f56f6" providerId="ADAL" clId="{28AA8ECE-7B21-4DFE-8BB4-616E38BE6739}" dt="2025-09-18T21:23:44.866" v="54" actId="47"/>
      <pc:docMkLst>
        <pc:docMk/>
      </pc:docMkLst>
      <pc:sldChg chg="addSp delSp modSp new del mod">
        <pc:chgData name="Patricia Vera" userId="0d5784e4-1a27-4630-801f-b977dc7f56f6" providerId="ADAL" clId="{28AA8ECE-7B21-4DFE-8BB4-616E38BE6739}" dt="2025-09-18T21:23:44.866" v="54" actId="47"/>
        <pc:sldMkLst>
          <pc:docMk/>
          <pc:sldMk cId="2211795844" sldId="550145269"/>
        </pc:sldMkLst>
      </pc:sldChg>
    </pc:docChg>
  </pc:docChgLst>
</pc:chgInfo>
</file>

<file path=ppt/charts/_rels/chart1.xml.rels><?xml version="1.0" encoding="UTF-8"?>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?>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2.xml"/></Relationships>
</file>

<file path=ppt/charts/_rels/chart3.xml.rels><?xml version="1.0" encoding="UTF-8"?>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dk2" tx1="lt1" bg2="dk1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3198557449943742E-2"/>
          <c:y val="0.15113261491093027"/>
          <c:w val="0.86127203230606519"/>
          <c:h val="0.75008396210708916"/>
        </c:manualLayout>
      </c:layout>
      <c:doughnutChart>
        <c:varyColors val="1"/>
        <c:ser>
          <c:idx val="0"/>
          <c:order val="0"/>
          <c:tx>
            <c:strRef>
              <c:f>Sheet1!$C$2</c:f>
              <c:strCache>
                <c:ptCount val="1"/>
              </c:strCache>
            </c:strRef>
          </c:tx>
          <c:spPr>
            <a:solidFill>
              <a:srgbClr val="B3B3B3">
                <a:lumMod val="50000"/>
              </a:srgbClr>
            </a:solidFill>
            <a:ln>
              <a:solidFill>
                <a:srgbClr val="000000"/>
              </a:solidFill>
            </a:ln>
          </c:spPr>
          <c:dPt>
            <c:idx val="0"/>
            <c:bubble3D val="0"/>
            <c:spPr>
              <a:solidFill>
                <a:srgbClr val="76B900"/>
              </a:solidFill>
              <a:ln w="25400">
                <a:noFill/>
              </a:ln>
            </c:spPr>
            <c:extLst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1-AFF8-4AF1-B050-3C66895D9D00}"/>
              </c:ext>
            </c:extLst>
          </c:dPt>
          <c:dPt>
            <c:idx val="1"/>
            <c:bubble3D val="0"/>
            <c:spPr>
              <a:solidFill>
                <a:srgbClr val="008564"/>
              </a:solidFill>
              <a:ln w="25400">
                <a:noFill/>
              </a:ln>
            </c:spPr>
            <c:extLst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3-AFF8-4AF1-B050-3C66895D9D00}"/>
              </c:ext>
            </c:extLst>
          </c:dPt>
          <c:dPt>
            <c:idx val="2"/>
            <c:bubble3D val="0"/>
            <c:spPr>
              <a:solidFill>
                <a:srgbClr val="5D1682"/>
              </a:solidFill>
              <a:ln w="25400">
                <a:noFill/>
              </a:ln>
            </c:spPr>
            <c:extLst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5-AFF8-4AF1-B050-3C66895D9D00}"/>
              </c:ext>
            </c:extLst>
          </c:dPt>
          <c:dPt>
            <c:idx val="3"/>
            <c:bubble3D val="0"/>
            <c:spPr>
              <a:solidFill>
                <a:srgbClr val="0071C5"/>
              </a:solidFill>
              <a:ln w="25400">
                <a:noFill/>
              </a:ln>
            </c:spPr>
            <c:extLst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7-AFF8-4AF1-B050-3C66895D9D00}"/>
              </c:ext>
            </c:extLst>
          </c:dPt>
          <c:dPt>
            <c:idx val="4"/>
            <c:bubble3D val="0"/>
            <c:spPr>
              <a:solidFill>
                <a:srgbClr val="890C58"/>
              </a:solidFill>
              <a:ln w="25400">
                <a:noFill/>
              </a:ln>
            </c:spPr>
            <c:extLst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9-AFF8-4AF1-B050-3C66895D9D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latin typeface="NVIDIA Sans Medium" panose="020B0603020203020204" pitchFamily="34" charset="0"/>
                    <a:cs typeface="NVIDIA Sans Medium" panose="020B0603020203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5="http://schemas.microsoft.com/office/drawing/2012/chart" uri="{CE6537A1-D6FC-4f65-9D91-7224C49458BB}"/>
            </c:extLst>
          </c:dLbls>
          <c:cat>
            <c:strRef>
              <c:f>Sheet1!$B$3:$B$7</c:f>
              <c:strCache>
                <c:ptCount val="5"/>
                <c:pt idx="0">
                  <c:v>One</c:v>
                </c:pt>
                <c:pt idx="1">
                  <c:v>Two</c:v>
                </c:pt>
                <c:pt idx="2">
                  <c:v>Three</c:v>
                </c:pt>
                <c:pt idx="3">
                  <c:v>Four</c:v>
                </c:pt>
                <c:pt idx="4">
                  <c:v>Five</c:v>
                </c:pt>
              </c:strCache>
            </c:strRef>
          </c:cat>
          <c:val>
            <c:numRef>
              <c:f>Sheet1!$C$3:$C$7</c:f>
              <c:numCache>
                <c:formatCode>General</c:formatCode>
                <c:ptCount val="5"/>
                <c:pt idx="0">
                  <c:v>40</c:v>
                </c:pt>
                <c:pt idx="1">
                  <c:v>20</c:v>
                </c:pt>
                <c:pt idx="2">
                  <c:v>25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  <c:extLst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<c:ext xmlns:c16="http://schemas.microsoft.com/office/drawing/2014/chart" uri="{C3380CC4-5D6E-409C-BE32-E72D297353CC}">
              <c16:uniqueId val="{0000000A-AFF8-4AF1-B050-3C66895D9D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3"/>
      </c:doughnutChart>
      <c:spPr>
        <a:noFill/>
      </c:spPr>
    </c:plotArea>
    <c:legend>
      <c:legendPos val="r"/>
      <c:layout>
        <c:manualLayout>
          <c:xMode val="edge"/>
          <c:yMode val="edge"/>
          <c:x val="0.77733175506259555"/>
          <c:y val="0.37065632996972869"/>
          <c:w val="0.12569107044469521"/>
          <c:h val="0.31409785549404168"/>
        </c:manualLayout>
      </c:layout>
      <c:overlay val="0"/>
      <c:txPr>
        <a:bodyPr/>
        <a:lstStyle/>
        <a:p>
          <a:pPr>
            <a:defRPr>
              <a:solidFill>
                <a:schemeClr val="bg1"/>
              </a:solidFill>
              <a:latin typeface="NVIDIA Sans Medium" panose="020B0603020203020204" pitchFamily="34" charset="0"/>
              <a:cs typeface="NVIDIA Sans Medium" panose="020B0603020203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scene3d>
      <a:camera prst="orthographicFront"/>
      <a:lightRig rig="threePt" dir="t"/>
    </a:scene3d>
  </c:spPr>
  <c:txPr>
    <a:bodyPr/>
    <a:lstStyle/>
    <a:p>
      <a:pPr>
        <a:defRPr sz="3200">
          <a:latin typeface="NVIDIA Sans" panose="020B0503020203020204" pitchFamily="34" charset="0"/>
        </a:defRPr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dk2" tx1="lt1" bg2="dk1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7776056853870294E-2"/>
          <c:y val="9.3264197944893698E-2"/>
          <c:w val="0.73610964820561409"/>
          <c:h val="0.8079524530547503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Sheet1!$C$2</c:f>
              <c:strCache>
                <c:ptCount val="1"/>
              </c:strCache>
            </c:strRef>
          </c:tx>
          <c:spPr>
            <a:solidFill>
              <a:srgbClr val="8C8C8C"/>
            </a:solidFill>
          </c:spPr>
          <c:invertIfNegative val="0"/>
          <c:dPt>
            <c:idx val="0"/>
            <c:invertIfNegative val="0"/>
            <c:bubble3D val="0"/>
            <c:extLst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0-3ED9-47C8-A060-0C5773B4EE74}"/>
              </c:ext>
            </c:extLst>
          </c:dPt>
          <c:dPt>
            <c:idx val="1"/>
            <c:invertIfNegative val="0"/>
            <c:bubble3D val="0"/>
            <c:extLst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1-3ED9-47C8-A060-0C5773B4EE74}"/>
              </c:ext>
            </c:extLst>
          </c:dPt>
          <c:dPt>
            <c:idx val="2"/>
            <c:invertIfNegative val="0"/>
            <c:bubble3D val="0"/>
            <c:extLst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2-3ED9-47C8-A060-0C5773B4EE74}"/>
              </c:ext>
            </c:extLst>
          </c:dPt>
          <c:dPt>
            <c:idx val="3"/>
            <c:invertIfNegative val="0"/>
            <c:bubble3D val="0"/>
            <c:extLst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3-3ED9-47C8-A060-0C5773B4EE74}"/>
              </c:ext>
            </c:extLst>
          </c:dPt>
          <c:dPt>
            <c:idx val="4"/>
            <c:invertIfNegative val="0"/>
            <c:bubble3D val="0"/>
            <c:spPr>
              <a:solidFill>
                <a:srgbClr val="76B900"/>
              </a:solidFill>
            </c:spPr>
            <c:extLst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5-3ED9-47C8-A060-0C5773B4EE74}"/>
              </c:ext>
            </c:extLst>
          </c:dPt>
          <c:cat>
            <c:strRef>
              <c:f>Sheet1!$B$3:$B$7</c:f>
              <c:strCache>
                <c:ptCount val="5"/>
                <c:pt idx="0">
                  <c:v>Other</c:v>
                </c:pt>
                <c:pt idx="1">
                  <c:v>Other</c:v>
                </c:pt>
                <c:pt idx="2">
                  <c:v>Other</c:v>
                </c:pt>
                <c:pt idx="3">
                  <c:v>Other</c:v>
                </c:pt>
                <c:pt idx="4">
                  <c:v>NVIDIA</c:v>
                </c:pt>
              </c:strCache>
            </c:strRef>
          </c:cat>
          <c:val>
            <c:numRef>
              <c:f>Sheet1!$C$3:$C$7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4</c:v>
                </c:pt>
                <c:pt idx="3">
                  <c:v>8</c:v>
                </c:pt>
                <c:pt idx="4">
                  <c:v>34</c:v>
                </c:pt>
              </c:numCache>
            </c:numRef>
          </c:val>
          <c:extLst xmlns:c16="http://schemas.microsoft.com/office/drawing/2014/chart" xmlns:c14="http://schemas.microsoft.com/office/drawing/2007/8/2/chart" xmlns:mc="http://schemas.openxmlformats.org/markup-compatibility/2006">
            <c:ext xmlns:c16="http://schemas.microsoft.com/office/drawing/2014/chart" uri="{C3380CC4-5D6E-409C-BE32-E72D297353CC}">
              <c16:uniqueId val="{00000006-3ED9-47C8-A060-0C5773B4EE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0"/>
        <c:axId val="-1928124256"/>
        <c:axId val="-1928123168"/>
      </c:barChart>
      <c:catAx>
        <c:axId val="-192812425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31750">
            <a:solidFill>
              <a:srgbClr val="8C8C8C"/>
            </a:solidFill>
          </a:ln>
        </c:spPr>
        <c:txPr>
          <a:bodyPr/>
          <a:lstStyle/>
          <a:p>
            <a:pPr>
              <a:defRPr sz="32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pPr>
            <a:endParaRPr lang="en-US"/>
          </a:p>
        </c:txPr>
        <c:crossAx val="-1928123168"/>
        <c:crosses val="autoZero"/>
        <c:auto val="1"/>
        <c:lblAlgn val="ctr"/>
        <c:lblOffset val="100"/>
        <c:noMultiLvlLbl val="0"/>
      </c:catAx>
      <c:valAx>
        <c:axId val="-1928123168"/>
        <c:scaling>
          <c:orientation val="minMax"/>
          <c:max val="4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32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pPr>
            <a:endParaRPr lang="en-US"/>
          </a:p>
        </c:txPr>
        <c:crossAx val="-1928124256"/>
        <c:crosses val="autoZero"/>
        <c:crossBetween val="between"/>
        <c:majorUnit val="10"/>
      </c:valAx>
      <c:spPr>
        <a:noFill/>
      </c:spPr>
    </c:plotArea>
    <c:legend>
      <c:legendPos val="t"/>
      <c:layout>
        <c:manualLayout>
          <c:xMode val="edge"/>
          <c:yMode val="edge"/>
          <c:x val="0.28661287801036467"/>
          <c:y val="1.3634325006648099E-3"/>
          <c:w val="0.35811523932275025"/>
          <c:h val="5.8020556582297413E-2"/>
        </c:manualLayout>
      </c:layout>
      <c:overlay val="0"/>
      <c:txPr>
        <a:bodyPr/>
        <a:lstStyle/>
        <a:p>
          <a:pPr>
            <a:defRPr sz="3200">
              <a:solidFill>
                <a:schemeClr val="bg1"/>
              </a:solidFill>
              <a:latin typeface="NVIDIA Sans" panose="020B0503020203020204" pitchFamily="34" charset="0"/>
              <a:cs typeface="NVIDIA Sans" panose="020B0503020203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dk2" tx1="lt1" bg2="dk1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7776056853870294E-2"/>
          <c:y val="9.3264197944893698E-2"/>
          <c:w val="0.73610964820561409"/>
          <c:h val="0.80795245305475039"/>
        </c:manualLayout>
      </c:layout>
      <c:lineChart>
        <c:grouping val="standard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NVIDIA</c:v>
                </c:pt>
              </c:strCache>
            </c:strRef>
          </c:tx>
          <c:spPr>
            <a:ln w="63500">
              <a:solidFill>
                <a:srgbClr val="76B900"/>
              </a:solidFill>
            </a:ln>
          </c:spPr>
          <c:marker>
            <c:symbol val="none"/>
          </c:marker>
          <c:dPt>
            <c:idx val="0"/>
            <c:bubble3D val="0"/>
            <c:extLst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0-B48E-42D3-89EB-0915EE26A286}"/>
              </c:ext>
            </c:extLst>
          </c:dPt>
          <c:dPt>
            <c:idx val="1"/>
            <c:bubble3D val="0"/>
            <c:extLst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1-B48E-42D3-89EB-0915EE26A286}"/>
              </c:ext>
            </c:extLst>
          </c:dPt>
          <c:dPt>
            <c:idx val="2"/>
            <c:bubble3D val="0"/>
            <c:extLst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2-B48E-42D3-89EB-0915EE26A286}"/>
              </c:ext>
            </c:extLst>
          </c:dPt>
          <c:dPt>
            <c:idx val="3"/>
            <c:bubble3D val="0"/>
            <c:extLst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3-B48E-42D3-89EB-0915EE26A286}"/>
              </c:ext>
            </c:extLst>
          </c:dPt>
          <c:dPt>
            <c:idx val="4"/>
            <c:bubble3D val="0"/>
            <c:extLst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4-B48E-42D3-89EB-0915EE26A286}"/>
              </c:ext>
            </c:extLst>
          </c:dPt>
          <c:cat>
            <c:strRef>
              <c:f>Sheet1!$B$3:$B$7</c:f>
              <c:strCache>
                <c:ptCount val="5"/>
                <c:pt idx="0">
                  <c:v>NVIDIA</c:v>
                </c:pt>
                <c:pt idx="1">
                  <c:v>Other</c:v>
                </c:pt>
                <c:pt idx="2">
                  <c:v>Other</c:v>
                </c:pt>
                <c:pt idx="3">
                  <c:v>Other</c:v>
                </c:pt>
                <c:pt idx="4">
                  <c:v>Other</c:v>
                </c:pt>
              </c:strCache>
            </c:strRef>
          </c:cat>
          <c:val>
            <c:numRef>
              <c:f>Sheet1!$C$3:$C$7</c:f>
              <c:numCache>
                <c:formatCode>General</c:formatCode>
                <c:ptCount val="5"/>
                <c:pt idx="0">
                  <c:v>32</c:v>
                </c:pt>
                <c:pt idx="1">
                  <c:v>25</c:v>
                </c:pt>
                <c:pt idx="2">
                  <c:v>31</c:v>
                </c:pt>
                <c:pt idx="3">
                  <c:v>27</c:v>
                </c:pt>
                <c:pt idx="4">
                  <c:v>35</c:v>
                </c:pt>
              </c:numCache>
            </c:numRef>
          </c:val>
          <c:smooth val="0"/>
          <c:extLst xmlns:c16="http://schemas.microsoft.com/office/drawing/2014/chart" xmlns:c14="http://schemas.microsoft.com/office/drawing/2007/8/2/chart" xmlns:mc="http://schemas.openxmlformats.org/markup-compatibility/2006">
            <c:ext xmlns:c16="http://schemas.microsoft.com/office/drawing/2014/chart" uri="{C3380CC4-5D6E-409C-BE32-E72D297353CC}">
              <c16:uniqueId val="{00000005-B48E-42D3-89EB-0915EE26A286}"/>
            </c:ext>
          </c:extLst>
        </c:ser>
        <c:ser>
          <c:idx val="1"/>
          <c:order val="1"/>
          <c:tx>
            <c:strRef>
              <c:f>Sheet1!$D$2</c:f>
              <c:strCache>
                <c:ptCount val="1"/>
                <c:pt idx="0">
                  <c:v>Other</c:v>
                </c:pt>
              </c:strCache>
            </c:strRef>
          </c:tx>
          <c:spPr>
            <a:ln w="63500">
              <a:solidFill>
                <a:srgbClr val="008564"/>
              </a:solidFill>
            </a:ln>
          </c:spPr>
          <c:marker>
            <c:symbol val="none"/>
          </c:marker>
          <c:cat>
            <c:strRef>
              <c:f>Sheet1!$B$3:$B$7</c:f>
              <c:strCache>
                <c:ptCount val="5"/>
                <c:pt idx="0">
                  <c:v>NVIDIA</c:v>
                </c:pt>
                <c:pt idx="1">
                  <c:v>Other</c:v>
                </c:pt>
                <c:pt idx="2">
                  <c:v>Other</c:v>
                </c:pt>
                <c:pt idx="3">
                  <c:v>Other</c:v>
                </c:pt>
                <c:pt idx="4">
                  <c:v>Other</c:v>
                </c:pt>
              </c:strCache>
            </c:strRef>
          </c:cat>
          <c:val>
            <c:numRef>
              <c:f>Sheet1!$D$3:$D$7</c:f>
              <c:numCache>
                <c:formatCode>General</c:formatCode>
                <c:ptCount val="5"/>
                <c:pt idx="0">
                  <c:v>30</c:v>
                </c:pt>
                <c:pt idx="1">
                  <c:v>5</c:v>
                </c:pt>
                <c:pt idx="2">
                  <c:v>7</c:v>
                </c:pt>
                <c:pt idx="3">
                  <c:v>19</c:v>
                </c:pt>
                <c:pt idx="4">
                  <c:v>12</c:v>
                </c:pt>
              </c:numCache>
            </c:numRef>
          </c:val>
          <c:smooth val="0"/>
          <c:extLst xmlns:c16="http://schemas.microsoft.com/office/drawing/2014/chart" xmlns:c14="http://schemas.microsoft.com/office/drawing/2007/8/2/chart" xmlns:mc="http://schemas.openxmlformats.org/markup-compatibility/2006">
            <c:ext xmlns:c16="http://schemas.microsoft.com/office/drawing/2014/chart" uri="{C3380CC4-5D6E-409C-BE32-E72D297353CC}">
              <c16:uniqueId val="{00000006-B48E-42D3-89EB-0915EE26A286}"/>
            </c:ext>
          </c:extLst>
        </c:ser>
        <c:ser>
          <c:idx val="2"/>
          <c:order val="2"/>
          <c:tx>
            <c:strRef>
              <c:f>Sheet1!$E$2</c:f>
              <c:strCache>
                <c:ptCount val="1"/>
                <c:pt idx="0">
                  <c:v>Other</c:v>
                </c:pt>
              </c:strCache>
            </c:strRef>
          </c:tx>
          <c:spPr>
            <a:ln w="63500">
              <a:solidFill>
                <a:srgbClr val="5D1682"/>
              </a:solidFill>
            </a:ln>
          </c:spPr>
          <c:marker>
            <c:symbol val="none"/>
          </c:marker>
          <c:cat>
            <c:strRef>
              <c:f>Sheet1!$B$3:$B$7</c:f>
              <c:strCache>
                <c:ptCount val="5"/>
                <c:pt idx="0">
                  <c:v>NVIDIA</c:v>
                </c:pt>
                <c:pt idx="1">
                  <c:v>Other</c:v>
                </c:pt>
                <c:pt idx="2">
                  <c:v>Other</c:v>
                </c:pt>
                <c:pt idx="3">
                  <c:v>Other</c:v>
                </c:pt>
                <c:pt idx="4">
                  <c:v>Other</c:v>
                </c:pt>
              </c:strCache>
            </c:strRef>
          </c:cat>
          <c:val>
            <c:numRef>
              <c:f>Sheet1!$E$3:$E$7</c:f>
              <c:numCache>
                <c:formatCode>General</c:formatCode>
                <c:ptCount val="5"/>
                <c:pt idx="0">
                  <c:v>21</c:v>
                </c:pt>
                <c:pt idx="1">
                  <c:v>10</c:v>
                </c:pt>
                <c:pt idx="2">
                  <c:v>14</c:v>
                </c:pt>
                <c:pt idx="3">
                  <c:v>16</c:v>
                </c:pt>
                <c:pt idx="4">
                  <c:v>19</c:v>
                </c:pt>
              </c:numCache>
            </c:numRef>
          </c:val>
          <c:smooth val="0"/>
          <c:extLst xmlns:c16="http://schemas.microsoft.com/office/drawing/2014/chart" xmlns:c14="http://schemas.microsoft.com/office/drawing/2007/8/2/chart" xmlns:mc="http://schemas.openxmlformats.org/markup-compatibility/2006">
            <c:ext xmlns:c16="http://schemas.microsoft.com/office/drawing/2014/chart" uri="{C3380CC4-5D6E-409C-BE32-E72D297353CC}">
              <c16:uniqueId val="{00000007-B48E-42D3-89EB-0915EE26A286}"/>
            </c:ext>
          </c:extLst>
        </c:ser>
        <c:ser>
          <c:idx val="3"/>
          <c:order val="3"/>
          <c:tx>
            <c:strRef>
              <c:f>Sheet1!$F$2</c:f>
              <c:strCache>
                <c:ptCount val="1"/>
                <c:pt idx="0">
                  <c:v>Other</c:v>
                </c:pt>
              </c:strCache>
            </c:strRef>
          </c:tx>
          <c:spPr>
            <a:ln w="63500">
              <a:solidFill>
                <a:srgbClr val="890C58"/>
              </a:solidFill>
            </a:ln>
          </c:spPr>
          <c:marker>
            <c:symbol val="none"/>
          </c:marker>
          <c:cat>
            <c:strRef>
              <c:f>Sheet1!$B$3:$B$7</c:f>
              <c:strCache>
                <c:ptCount val="5"/>
                <c:pt idx="0">
                  <c:v>NVIDIA</c:v>
                </c:pt>
                <c:pt idx="1">
                  <c:v>Other</c:v>
                </c:pt>
                <c:pt idx="2">
                  <c:v>Other</c:v>
                </c:pt>
                <c:pt idx="3">
                  <c:v>Other</c:v>
                </c:pt>
                <c:pt idx="4">
                  <c:v>Other</c:v>
                </c:pt>
              </c:strCache>
            </c:strRef>
          </c:cat>
          <c:val>
            <c:numRef>
              <c:f>Sheet1!$F$3:$F$7</c:f>
              <c:numCache>
                <c:formatCode>General</c:formatCode>
                <c:ptCount val="5"/>
                <c:pt idx="0">
                  <c:v>6</c:v>
                </c:pt>
                <c:pt idx="1">
                  <c:v>15</c:v>
                </c:pt>
                <c:pt idx="2">
                  <c:v>3</c:v>
                </c:pt>
                <c:pt idx="3">
                  <c:v>21</c:v>
                </c:pt>
                <c:pt idx="4">
                  <c:v>5</c:v>
                </c:pt>
              </c:numCache>
            </c:numRef>
          </c:val>
          <c:smooth val="0"/>
          <c:extLst xmlns:c16="http://schemas.microsoft.com/office/drawing/2014/chart" xmlns:c14="http://schemas.microsoft.com/office/drawing/2007/8/2/chart" xmlns:mc="http://schemas.openxmlformats.org/markup-compatibility/2006">
            <c:ext xmlns:c16="http://schemas.microsoft.com/office/drawing/2014/chart" uri="{C3380CC4-5D6E-409C-BE32-E72D297353CC}">
              <c16:uniqueId val="{00000008-B48E-42D3-89EB-0915EE26A286}"/>
            </c:ext>
          </c:extLst>
        </c:ser>
        <c:ser>
          <c:idx val="4"/>
          <c:order val="4"/>
          <c:tx>
            <c:strRef>
              <c:f>Sheet1!$G$2</c:f>
              <c:strCache>
                <c:ptCount val="1"/>
                <c:pt idx="0">
                  <c:v>Other</c:v>
                </c:pt>
              </c:strCache>
            </c:strRef>
          </c:tx>
          <c:spPr>
            <a:ln w="63500">
              <a:solidFill>
                <a:srgbClr val="0071C5"/>
              </a:solidFill>
            </a:ln>
          </c:spPr>
          <c:marker>
            <c:symbol val="none"/>
          </c:marker>
          <c:cat>
            <c:strRef>
              <c:f>Sheet1!$B$3:$B$7</c:f>
              <c:strCache>
                <c:ptCount val="5"/>
                <c:pt idx="0">
                  <c:v>NVIDIA</c:v>
                </c:pt>
                <c:pt idx="1">
                  <c:v>Other</c:v>
                </c:pt>
                <c:pt idx="2">
                  <c:v>Other</c:v>
                </c:pt>
                <c:pt idx="3">
                  <c:v>Other</c:v>
                </c:pt>
                <c:pt idx="4">
                  <c:v>Other</c:v>
                </c:pt>
              </c:strCache>
            </c:strRef>
          </c:cat>
          <c:val>
            <c:numRef>
              <c:f>Sheet1!$G$3:$G$7</c:f>
              <c:numCache>
                <c:formatCode>General</c:formatCode>
                <c:ptCount val="5"/>
                <c:pt idx="0">
                  <c:v>5</c:v>
                </c:pt>
                <c:pt idx="1">
                  <c:v>12</c:v>
                </c:pt>
                <c:pt idx="2">
                  <c:v>19</c:v>
                </c:pt>
                <c:pt idx="3">
                  <c:v>21</c:v>
                </c:pt>
                <c:pt idx="4">
                  <c:v>5</c:v>
                </c:pt>
              </c:numCache>
            </c:numRef>
          </c:val>
          <c:smooth val="0"/>
          <c:extLst xmlns:c16="http://schemas.microsoft.com/office/drawing/2014/chart" xmlns:c14="http://schemas.microsoft.com/office/drawing/2007/8/2/chart" xmlns:mc="http://schemas.openxmlformats.org/markup-compatibility/2006">
            <c:ext xmlns:c16="http://schemas.microsoft.com/office/drawing/2014/chart" uri="{C3380CC4-5D6E-409C-BE32-E72D297353CC}">
              <c16:uniqueId val="{00000009-B48E-42D3-89EB-0915EE26A2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928124256"/>
        <c:axId val="-1928123168"/>
      </c:lineChart>
      <c:catAx>
        <c:axId val="-192812425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31750">
            <a:solidFill>
              <a:srgbClr val="8C8C8C"/>
            </a:solidFill>
          </a:ln>
        </c:spPr>
        <c:txPr>
          <a:bodyPr/>
          <a:lstStyle/>
          <a:p>
            <a:pPr>
              <a:defRPr sz="32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pPr>
            <a:endParaRPr lang="en-US"/>
          </a:p>
        </c:txPr>
        <c:crossAx val="-1928123168"/>
        <c:crosses val="autoZero"/>
        <c:auto val="1"/>
        <c:lblAlgn val="ctr"/>
        <c:lblOffset val="100"/>
        <c:noMultiLvlLbl val="0"/>
      </c:catAx>
      <c:valAx>
        <c:axId val="-1928123168"/>
        <c:scaling>
          <c:orientation val="minMax"/>
          <c:max val="4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32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pPr>
            <a:endParaRPr lang="en-US"/>
          </a:p>
        </c:txPr>
        <c:crossAx val="-1928124256"/>
        <c:crosses val="autoZero"/>
        <c:crossBetween val="between"/>
        <c:majorUnit val="10"/>
      </c:valAx>
      <c:spPr>
        <a:noFill/>
      </c:spPr>
    </c:plotArea>
    <c:legend>
      <c:legendPos val="t"/>
      <c:layout>
        <c:manualLayout>
          <c:xMode val="edge"/>
          <c:yMode val="edge"/>
          <c:x val="0.3071241406619617"/>
          <c:y val="1.0662907705473545E-2"/>
          <c:w val="0.32019186665111854"/>
          <c:h val="4.1472375817960275E-2"/>
        </c:manualLayout>
      </c:layout>
      <c:overlay val="0"/>
      <c:txPr>
        <a:bodyPr/>
        <a:lstStyle/>
        <a:p>
          <a:pPr>
            <a:defRPr sz="3200">
              <a:solidFill>
                <a:schemeClr val="bg1"/>
              </a:solidFill>
              <a:latin typeface="NVIDIA Sans" panose="020B0503020203020204" pitchFamily="34" charset="0"/>
              <a:cs typeface="NVIDIA Sans" panose="020B0503020203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handoutMasters/_rels/handoutMaster1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34FAB7-7DF1-470D-9D24-E6B58A84B80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346" y="8736014"/>
            <a:ext cx="963023" cy="33178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88521-8FCE-4BCB-8B67-3730585527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C0846B-0977-4E9D-973A-F0EA2C10623B}" type="datetimeFigureOut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t>9/18/2025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820F8-FB5B-4060-9702-8BB4F61830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6212FBFF-564E-4199-8DDC-2B82D308BF1D}" type="slidenum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pPr algn="l"/>
              <a:t>‹#›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078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354A8664-169C-4436-81C8-E492002C26A5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A93AD357-0C40-4436-9D38-C47D60C1C9C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23E2AA-C3B7-40F1-8870-35AD3374F0C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346" y="8736014"/>
            <a:ext cx="963023" cy="33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93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AD357-0C40-4436-9D38-C47D60C1C9C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972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AD357-0C40-4436-9D38-C47D60C1C9C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906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AD357-0C40-4436-9D38-C47D60C1C9C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33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AD357-0C40-4436-9D38-C47D60C1C9C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6963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AD357-0C40-4436-9D38-C47D60C1C9C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868900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?>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?>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?>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?>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?>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?>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?>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?>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?>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  Description automatically generated">
            <a:extLst>
              <a:ext uri="{FF2B5EF4-FFF2-40B4-BE49-F238E27FC236}">
                <a16:creationId xmlns:a16="http://schemas.microsoft.com/office/drawing/2014/main" id="{07D900F6-F9C5-E13E-B321-472E2C064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  Description automatically generated">
            <a:extLst>
              <a:ext uri="{FF2B5EF4-FFF2-40B4-BE49-F238E27FC236}">
                <a16:creationId xmlns:a16="http://schemas.microsoft.com/office/drawing/2014/main" id="{AC2F1390-BF3D-835C-3CE7-1F9507746C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BDD93D-C8D9-AAAA-C193-4F162992EE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3012" y="2983577"/>
            <a:ext cx="19282214" cy="4937760"/>
          </a:xfrm>
        </p:spPr>
        <p:txBody>
          <a:bodyPr anchor="b">
            <a:normAutofit/>
          </a:bodyPr>
          <a:lstStyle>
            <a:lvl1pPr algn="l">
              <a:defRPr sz="8800" b="1" cap="none" baseline="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4FDDD85-BD02-911B-1C62-433286994A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3012" y="7941727"/>
            <a:ext cx="19282214" cy="17038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 dirty="0"/>
              <a:t>Click to Add Subtitle/Name/Date</a:t>
            </a:r>
          </a:p>
        </p:txBody>
      </p:sp>
    </p:spTree>
    <p:extLst>
      <p:ext uri="{BB962C8B-B14F-4D97-AF65-F5344CB8AC3E}">
        <p14:creationId xmlns:p14="http://schemas.microsoft.com/office/powerpoint/2010/main" val="147871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799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Test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70B57E-B314-99BB-8DF8-2672644B4F4E}"/>
              </a:ext>
            </a:extLst>
          </p:cNvPr>
          <p:cNvSpPr/>
          <p:nvPr userDrawn="1"/>
        </p:nvSpPr>
        <p:spPr>
          <a:xfrm>
            <a:off x="15000920" y="10556523"/>
            <a:ext cx="11020290" cy="74920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90000"/>
              </a:lnSpc>
            </a:pPr>
            <a:endParaRPr lang="en-US" sz="9600" b="1" dirty="0" err="1">
              <a:solidFill>
                <a:schemeClr val="tx1"/>
              </a:solidFill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3F80E6-5287-D931-0053-EF9F8579EE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7422" y="10556523"/>
            <a:ext cx="11022523" cy="786452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89DD87-13E1-B25F-EBCC-2BC52BA4AAC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5951796" y="11141440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B869C1B-4BC1-3F4F-4B38-F2FBE6DA615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5951796" y="13730012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944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5372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B5A3B7-671E-C83C-D30C-891E7AC20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591E553-3F88-CE75-0B41-84F0FCE66A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4C6155-7E24-522A-D9BC-0187CC5320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4777A-F626-7644-27B7-BFAC0B981393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65545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_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8F5163-CB61-79FB-F160-F5D40ECCE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4DE4CF-0F8A-C449-EB63-E6FB16955E7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B67495D-7B41-2537-BC39-7393489E5B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8442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BB3E37-708E-211E-579F-07C9AF797C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0FC4D5-AB7A-23D7-9D7B-80DEBB4B5F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46F2B23-740A-C60D-727C-DC63D8F8D8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AAC10-E9F2-1A13-3A59-F02BCBD31C18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365395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D6812F5-ABE3-E984-84D2-2BCF62F74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8D5FFB6-C6A8-037E-5413-097EB66C5C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EAC335-6BA5-09DF-D45A-2D1E4919D6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87F3906-FA1F-F5DB-AEEC-275E973390E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800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02BC1FA-1DB5-2C7E-04B8-FED750886E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2AEF98B-5FB8-3A4F-796B-DD99AF3F27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1F2F2-6278-B4DF-1110-A1875E182B4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B4011BA-8847-33A7-3882-70122015054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B4AC74-E8E5-AA23-89B3-FDB8D3DEFA54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96951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ECDE791-270C-BF8C-81C1-76A0831C1A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145783C-AD8B-1C6E-6189-2C6A7ED49E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C7C90A-73D6-E171-33CA-4E89BA293C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93474C4-48DE-3777-A7E6-66A14FC6BB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29248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FA87B4-E089-FC07-89C2-EA0620853B79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94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02E9B9-4BF5-6080-A68D-577B3CFA39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D73545-7C20-075B-2C1C-DF7F4214DAD6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A42E39E-F558-16B2-B1CE-93D204E34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16075D2-4650-7EB1-4F7E-447F77C065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024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 -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B60F29-EAFD-D95F-11A7-522A796CA55D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EF5E0159-2062-54D4-B444-4F04EED230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A7D3A0-47E2-AF7B-E89C-6F90C67A89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7F9A406-CE29-3A8D-BC16-6BD86203C8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6CCF06A-1AE0-649C-7FD4-A4AD4CCAD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28BF97-25AA-1462-7737-C9F688962248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DE7F96C-8641-759A-C4B4-91D493A323B7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  Description automatically generated">
              <a:extLst>
                <a:ext uri="{FF2B5EF4-FFF2-40B4-BE49-F238E27FC236}">
                  <a16:creationId xmlns:a16="http://schemas.microsoft.com/office/drawing/2014/main" id="{D2AD3A61-7583-56FE-D581-B662F99B0A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55D1BC-2F32-1320-2F7E-E97C10EFE149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75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3CD4AC-6599-9139-48AD-37DCAEFC9C0F}"/>
              </a:ext>
            </a:extLst>
          </p:cNvPr>
          <p:cNvSpPr/>
          <p:nvPr userDrawn="1"/>
        </p:nvSpPr>
        <p:spPr>
          <a:xfrm>
            <a:off x="32689800" y="18333715"/>
            <a:ext cx="3886200" cy="22402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F8CE70B-4A73-2CDA-4106-8F959E35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303E50-8A83-54D2-8D06-1904385F2BC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1B69A0B-9760-28C1-5DE8-5EE814EF52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65C1B2-04C0-DFB7-6EBD-AB040BF7DEFF}"/>
              </a:ext>
            </a:extLst>
          </p:cNvPr>
          <p:cNvSpPr/>
          <p:nvPr userDrawn="1"/>
        </p:nvSpPr>
        <p:spPr>
          <a:xfrm>
            <a:off x="20162837" y="0"/>
            <a:ext cx="16413163" cy="20573998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>
            <a:noFill/>
          </a:ln>
        </p:spPr>
        <p:txBody>
          <a:bodyPr tIns="2194560" anchor="ctr"/>
          <a:lstStyle/>
          <a:p>
            <a:pPr lvl="0" indent="0" algn="ctr" defTabSz="2743200">
              <a:lnSpc>
                <a:spcPct val="90000"/>
              </a:lnSpc>
              <a:spcBef>
                <a:spcPts val="3000"/>
              </a:spcBef>
              <a:buFontTx/>
              <a:buNone/>
            </a:pPr>
            <a:endParaRPr lang="en-US" sz="4000" dirty="0" err="1">
              <a:solidFill>
                <a:schemeClr val="bg2"/>
              </a:solidFill>
              <a:latin typeface="NVIDIA Sans" panose="020B0503020203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C472DC-2279-F186-008D-6EC9A40B3DCA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F31711-1359-3AFC-3118-FB20395A8CC3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  Description automatically generated">
              <a:extLst>
                <a:ext uri="{FF2B5EF4-FFF2-40B4-BE49-F238E27FC236}">
                  <a16:creationId xmlns:a16="http://schemas.microsoft.com/office/drawing/2014/main" id="{0C69E3B1-A791-DCBA-5395-FDEBE9D699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DC2502-4915-5E9A-D92C-046E02303113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69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SUBTITLE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94EE8E-8499-E649-9D65-52E13C0DE2CB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9224051-F6A0-1C68-72F2-09CC08062F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3684755-C5FC-AC50-65BB-81DB0D4B45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C3B833-0169-9942-0C34-3173DDB88C15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A304D4-014C-60EE-E0A3-7A7D03BDE871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3" name="Picture 12" descr="A picture containing shape  Description automatically generated">
              <a:extLst>
                <a:ext uri="{FF2B5EF4-FFF2-40B4-BE49-F238E27FC236}">
                  <a16:creationId xmlns:a16="http://schemas.microsoft.com/office/drawing/2014/main" id="{56AC6FBB-55BD-E1DC-D634-E645384BD9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03C766-949A-7CC3-8AB3-538B5C8F7C60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54F47D23-438F-22E0-F300-A852BA1BDCA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7665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TITLE ONLY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F6DF6B-AA28-1E18-7D69-34A1E206799E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DF8B1F53-1589-33D7-3C32-077E788C6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F4C1EF-D7E4-3702-6092-EFE862FFB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8604153"/>
            <a:ext cx="12179806" cy="3365695"/>
          </a:xfrm>
        </p:spPr>
        <p:txBody>
          <a:bodyPr anchor="ctr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E137DE7-1D7A-32A3-A88D-722BA52766C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7B295-1243-2BBD-AC77-7002AC68B56D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0" name="Picture 9" descr="A picture containing shape  Description automatically generated">
              <a:extLst>
                <a:ext uri="{FF2B5EF4-FFF2-40B4-BE49-F238E27FC236}">
                  <a16:creationId xmlns:a16="http://schemas.microsoft.com/office/drawing/2014/main" id="{9F124724-C9CF-DF8A-9FE0-CE1C65F9B0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232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BULLETS - Imag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C5DADC-C505-F594-3ED9-E07FA6C3859F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21B97FD-6C93-BC60-D63A-B88F2C3C23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6829593"/>
            <a:ext cx="12143232" cy="3365695"/>
          </a:xfrm>
        </p:spPr>
        <p:txBody>
          <a:bodyPr anchor="b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BB0DECC-5F4B-7918-876B-2BF2EA6527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10283120"/>
            <a:ext cx="12143232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FD8965-93AC-C44D-A13A-AA1A59E48E8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76025B-4D61-0E71-7F02-BE092B8B6E56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  Description automatically generated">
              <a:extLst>
                <a:ext uri="{FF2B5EF4-FFF2-40B4-BE49-F238E27FC236}">
                  <a16:creationId xmlns:a16="http://schemas.microsoft.com/office/drawing/2014/main" id="{3868D588-6D8B-CDEB-A2E0-D376E5C6CE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822DB8DA-38BC-95A4-39B5-5464378B46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9736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FA34CC3-F5EE-3A8A-AA13-FC23B233B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A682B68-3659-B898-36D3-E447501FB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59F3285-DAE4-EEAA-1022-7AE1DD168FD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062650" y="4849813"/>
            <a:ext cx="24450701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ACFA6DD-1412-CA3C-15F4-ED8AD6B2B85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062650" y="17063961"/>
            <a:ext cx="2445070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36BBB72-064F-A97E-FE2D-2916C4D3DAF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062650" y="17751568"/>
            <a:ext cx="2445070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3068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904B512-77C9-3A9F-0589-67D0C765FDC0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9354800" y="6919968"/>
            <a:ext cx="15583596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C8AA277-6DD1-2CCF-12CD-C2AD75B0A1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DD79B1E-BCCA-42A9-FF20-7B376772A56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8FAA03E-2924-5648-AA06-0B8C894A49DD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4A33F69-6DBC-F1DB-EAD6-D5B9002DF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0430B97A-31FA-023E-3290-2B9B63D00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8295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BBA88D4-0997-C5B9-36CF-9B1633F8B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E739272-8253-AD42-BD05-8F666D4982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278AB0E9-F286-1C40-1AD6-B85103B0AF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1FC3074C-54D1-DCE0-426E-97BA7CD58B8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8592799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F25477F0-8392-CEDA-19F2-0A29016EECC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A2AF85A-9EEE-C062-1006-74D7741E330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9E96633-6475-1F2C-E726-28BE8668FBC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1634627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2428D4D-F13F-B280-6137-8C32CD9EEF0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1634627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8561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 Layou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16114AB-138A-4EAC-3492-E7D7CA151D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4B79CE2D-84D0-541E-C116-5E768BBF94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431A644-F8BA-5000-F78A-9BB8A4809E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46989B9-88FE-F861-A0B6-8F80720B5C7E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1058350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973B8B69-1B16-2A38-932F-E517F5C0529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8592805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60E8F47-2868-457B-7861-466422E3423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8013551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3B5FB899-4F67-DA8C-A516-B71387137DB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883227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1A5AAD0-2B0D-F6DE-8C5D-5C0625FD55A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883227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DBD83B1D-F849-2310-DE25-451C7BD75C5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883264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0292527-B9F3-D59F-1575-33C8C564E87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883264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0117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06EC4D90-EA3E-9A18-FEA5-3EEF50715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3BFC61ED-E368-EADF-A0C1-3AE9904C78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5FE98CD1-AB1E-1E7B-2FF4-F7E242CBAB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4148473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CCE8B13-298C-67A4-073D-4636A3BCE7A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2893038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F9FA27DB-2E4D-388B-2F4A-FE708B1D264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637604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5E18C58-3C84-ECE1-A164-6A5FF953635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65311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D55A3EC-8AF3-3222-5E82-1A74FA5AB0D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5311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5F9A555E-B5A7-F2B9-6D6D-E24CAD68B92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289304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EFC4CC4C-42B6-5D87-37D6-FE779B1ABFEB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289304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E4DE79F6-DE99-BDFD-033A-5AB8981A3A0E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4132970" y="17063961"/>
            <a:ext cx="1079037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6F712D3-EAE3-8A7F-010B-AFEF00AE6B0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4132970" y="17751568"/>
            <a:ext cx="1079037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06806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459D9FFB-F331-2BA3-76DB-D0D67666F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737A17E-9A03-1AA3-D59C-3833F19EFE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7FF59CD9-73FD-415B-F082-C27D3FC74CC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20757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0082BEB-34AF-6104-9172-84A9393C73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72254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1ACBD8DD-E9B6-20E0-AF99-F566611D525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637606" y="4849813"/>
            <a:ext cx="796913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2">
            <a:extLst>
              <a:ext uri="{FF2B5EF4-FFF2-40B4-BE49-F238E27FC236}">
                <a16:creationId xmlns:a16="http://schemas.microsoft.com/office/drawing/2014/main" id="{3F34C73B-16DF-6108-33FA-2019F4A18A9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6969260" y="4849813"/>
            <a:ext cx="7969133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2A0C0A2B-E05B-6582-22E0-E2FB87D4F5F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63961"/>
            <a:ext cx="796790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252818C-30B9-BEAB-C34B-3FDB45B0785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63961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E94F7E10-2AF0-1049-A3BD-C3667BA1A7B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51568"/>
            <a:ext cx="796790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CCE2100E-D959-41B2-929B-D1BC55772019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51568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F9556000-DFCA-8B90-EBBC-359C95C3B361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63961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80DB8C8F-25FA-6C95-C2D7-C138BAA32B5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51568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63D94597-BF94-1410-90DE-B1569E6B339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63961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BF06A1A9-1746-181C-9E88-1422CE2DFEC1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51568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13558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8907B76C-DA4A-68FA-C798-F3D3ED6D3E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80A5F7E9-98C2-BE12-2CFF-1D4269C21CE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C40D16D0-F1BB-6699-BB7A-3010F14B4E5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69BAFFD-DE29-C3FE-3E3D-0742C54E776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6F8CDCB5-2334-0382-7EDF-D6A8C4C3791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3E8130F2-A049-2C2C-49C2-814F60E02EF5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2EF59D26-21AA-0628-FEAE-B2017AD93D4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FA27073E-24AC-35B6-4579-F3553211D14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B7137105-F7C8-86F9-A19D-CC0280C9551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C215F7B2-F4E2-412D-DB90-96FF4E146F17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18520757" y="11931888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F6B1B50B-4191-7EA1-DD61-A96EBE2A0C65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7265320" y="11931888"/>
            <a:ext cx="10789919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65B4C94D-3029-61DE-18DE-8A6472E970B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276587" y="17063961"/>
            <a:ext cx="1077865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CE518717-6ECD-F803-EEF8-2B2D7CF9EB4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276587" y="17751568"/>
            <a:ext cx="1077865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C5D8EE17-AD94-2DE2-C337-573533395DAF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8533554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85A95BB1-6B72-7CA5-06BB-430623F1D27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8533554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8DC5F873-F78F-F1B6-1AFB-37B1EE5098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8631CFA9-583B-6069-2D7A-BD83D75791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1443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1953C1A-70BD-1EAA-9874-87A836A8195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9252F9A9-D932-EDF6-7A48-D5D93A40455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D0D95889-F2DB-3BC9-69A2-99832FFC984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20BBE6F4-0357-A4FD-1E64-134C0BB676E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BFAE3A57-5BF4-79B4-4629-2CC735C71FE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9A50CCA-B5CD-F9AE-216F-C421A1BD9F0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757508AA-A2C8-98B6-81F3-50D83C5092C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F4222A90-C423-A76E-E4A1-DC33CE530C3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4209A868-D6F4-3E49-A6A2-D0B83BADF3A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9C37E9B7-863B-6FEB-5E35-885ED1194BF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1290265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577FA631-E033-ADBD-0DC9-D0DB5E39C199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65684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381881A2-4556-E0E7-4976-CE4CA8B44BD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2415973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3E8E5407-C49C-0C9D-34F8-F6F0488021F6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68105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22DA5A94-C231-4766-8AC7-EF73C16EBD6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68105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00B4030C-05CF-B466-BA8F-C340617A578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2905609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894CEECC-D038-E547-DC3E-DE08CED8E7DA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905609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94DC10A-126A-4CF6-0FD2-5B6BB2EFDEB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4162576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57F8B789-2F41-F510-798B-CCE7F38AB05B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4162576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01540E5A-2872-4A69-C821-D69B87963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C4FBCAD5-F75E-2024-91A6-AF69090C6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23705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44D2068-6849-9B7C-6BC5-5E5F7AA4A62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335071" y="17059122"/>
            <a:ext cx="795528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BD648D6-A7DD-1281-7F44-26AAC46ED2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886573" y="17059122"/>
            <a:ext cx="797033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CA889FC2-EEE4-383A-34F1-AA6640C2BEE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4335071" y="17727056"/>
            <a:ext cx="795528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7DD1B20-C6FB-A50F-E2B0-453434ECCBA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886573" y="17727056"/>
            <a:ext cx="797033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E5F378B-4650-A769-498F-70E97D83294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88657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4D0EBD50-D183-BA46-8F9A-CA94A31E251D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433507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B28D2A90-D084-131D-BC81-F32026B9D485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8357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31F641B-69D7-D8F7-664B-8DC4432B48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783575" y="17059122"/>
            <a:ext cx="795146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523F0B05-8C96-0447-48C6-977D2CE1092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783575" y="17727056"/>
            <a:ext cx="795146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450F6A7B-55D2-E137-09E7-D5EB0FECCA2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36E7E436-EF57-51FD-A8FB-FDA402DAB66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11D06D85-EEB0-0A4E-44A0-04EB0FDA4913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5" name="Picture Placeholder 2">
            <a:extLst>
              <a:ext uri="{FF2B5EF4-FFF2-40B4-BE49-F238E27FC236}">
                <a16:creationId xmlns:a16="http://schemas.microsoft.com/office/drawing/2014/main" id="{9CAB601B-BE03-84B9-C2D3-F9A9DD36F0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2901EEFF-A05E-86EF-2959-BEBE7506CE3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CA5DE0BE-2247-E600-19F8-62852DE95A3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8" name="Text Placeholder 7">
            <a:extLst>
              <a:ext uri="{FF2B5EF4-FFF2-40B4-BE49-F238E27FC236}">
                <a16:creationId xmlns:a16="http://schemas.microsoft.com/office/drawing/2014/main" id="{7D33E875-82FA-EFBA-E610-7A1BB8D8E0D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9" name="Text Placeholder 7">
            <a:extLst>
              <a:ext uri="{FF2B5EF4-FFF2-40B4-BE49-F238E27FC236}">
                <a16:creationId xmlns:a16="http://schemas.microsoft.com/office/drawing/2014/main" id="{16E04D83-5D56-3ED0-0106-291190FF16C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B72D7370-4F41-FFA7-2106-37908325FCC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AFF43D71-DEF4-2B0C-C6B4-BCAFBD85271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F818D8AD-CFB5-A8CB-CABB-19C1B1AFE5BA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23409FA5-2A41-C5C8-6575-A607630F90F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id="{3B193957-7130-A79D-273C-851474BDCD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A822B21-EE98-CD37-EC99-C8836B3004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59005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5EA57D4F-DD4C-CA06-8F17-B354B7AF0AE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06F88D93-EC5D-0F4F-2D03-D40CFF157D4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008610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Picture Placeholder 2">
            <a:extLst>
              <a:ext uri="{FF2B5EF4-FFF2-40B4-BE49-F238E27FC236}">
                <a16:creationId xmlns:a16="http://schemas.microsoft.com/office/drawing/2014/main" id="{E2460103-C7AD-1E73-A79D-2130A59BA43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853460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CB4626F4-FF48-A6FD-42A0-87CB9D35E8B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EBBF469D-EB9A-C1CD-A4E0-EFCD4EF63E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398E7A27-AB90-AE4B-9C41-537061139935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375CDD23-925E-31A1-C3FF-2D6ED9D05AA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Picture Placeholder 2">
            <a:extLst>
              <a:ext uri="{FF2B5EF4-FFF2-40B4-BE49-F238E27FC236}">
                <a16:creationId xmlns:a16="http://schemas.microsoft.com/office/drawing/2014/main" id="{15BDAD05-3EAC-DFAA-EDD1-1D9E9C00211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6968061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360B2E4-D618-5423-3E76-F376EBCA010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AD06D986-4434-AF51-6805-3B97BBB7694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1F515353-8B00-746C-A2DE-32E93A0F1A0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5744BB22-B21A-41F1-3AC0-E5405D3F38B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435F4BE-979D-A31E-822F-BE5B89134C2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77BC232-CE11-33FD-E959-01E1784345E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44F4CD93-1747-0EB8-E78A-72E497AAB23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A697863-003A-44B9-586E-527F58EF782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F51F4D18-0362-FD9E-AC25-A4A81A8B19E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53B0CD77-A671-31CB-AC75-0C7EC845BB1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59122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5373FC8-B0DB-5978-E125-CA5A68C0257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E6B03167-9698-83DC-3B32-0493773EDDC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46729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A6B7D653-72EF-B0B1-6654-9E4D6E8DCA75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68246EB6-5778-F487-E211-E6E38EDCBD3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46E19FE0-274C-8D86-A257-C3C9C6050C5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59122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6EE28B31-BBFD-198B-6E2A-89E9C4CCFA8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46729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7782373E-DEA5-D3FA-DF0B-FC71246BA4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6E4B878-2BFA-C852-759E-04F4BD4E45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5906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AC8872D6-E3D9-128D-6975-7E43AE049D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782110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124D63DA-1ECC-62E5-3223-DD9853116B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37420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4296C6CE-75C2-58D3-2077-098855EC507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782110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B889168-9CA5-7858-11A4-7E282071DDD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37420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3F8F5E2E-FAA9-873C-63EB-B4940E3D4908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021177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119A3EE3-90A6-60F9-3E78-60D1CE1FB244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177971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C639A2E5-6B54-F354-C964-79CE29BEB3D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528615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405A4B4F-FDD8-68B8-BEC0-2C9F5E7703B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8532409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6A9D8994-57AB-FC46-F970-8A9BC7CAD2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532409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34A2868F-2DD9-684C-4C82-813EEBD15A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D2FB10F1-37BA-6882-EBF3-73F1E627FFB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F7972475-48C0-DE70-4A42-09E610902CE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9" name="Picture Placeholder 2">
            <a:extLst>
              <a:ext uri="{FF2B5EF4-FFF2-40B4-BE49-F238E27FC236}">
                <a16:creationId xmlns:a16="http://schemas.microsoft.com/office/drawing/2014/main" id="{03F70687-E13E-779B-ECD8-584B6FB4FB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0" name="Picture Placeholder 2">
            <a:extLst>
              <a:ext uri="{FF2B5EF4-FFF2-40B4-BE49-F238E27FC236}">
                <a16:creationId xmlns:a16="http://schemas.microsoft.com/office/drawing/2014/main" id="{EB21B6ED-31E4-7226-13B1-F2AA1B5EC045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6C21D96F-4A3F-E55C-9A59-55E018F25D9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8527620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485D12D2-2B06-3201-0659-EE86413C68D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307424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7241A741-AE7C-3428-6194-0F6E94BF06F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307424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8D28CF82-511F-AF83-F5D5-77ECB99010E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1439B33F-68A6-6AFE-68C2-8A0B706EE9E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1B9EFC83-50E5-49BB-B838-4F101E95ABD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BFB3F389-B76A-63C4-BC38-E857B1B0979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8AAEBAC8-FBC5-9068-A8B4-AEE29F8FC0A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17BBB11-F155-8A2D-2741-A48639DDC93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74BB25EE-CFA9-E005-5BB1-CAC4EA6436E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3505C59D-AFAD-58D3-4166-F5257E096C4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9183A493-96AB-21A4-F2F2-55F4C25B4A3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39F09929-49C9-A912-1E78-C37DD2A4005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2700C3A0-30EC-1996-7732-DE4E1CF95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A0EDA14A-3243-B144-7B6A-EA7981E5DC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1859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9B94E87-6C45-B9E5-F5AE-D69D71E616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82295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960A4EC5-468D-A3E6-9294-084BA073A2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37605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AB65765-2201-817D-E699-AB8E899F5A0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82295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A54B1517-FE34-AAC0-C4EE-52F7D477D2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37605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30BC2C71-2AC1-DDC7-734C-63EE3CA218F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A5495BC-7C50-8C58-B54F-D3C882FECC10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396143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48C56C91-18A4-7D8E-94FC-6714566B099C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1902586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528A02C1-AD1D-1EE4-C6AC-3B590D52778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132594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F1D675D5-3EFF-B8AD-BA35-187E996A9B6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5132594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F1029ABF-1C3A-2F51-92CB-AA5A3AC353F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8FE2B66F-F99F-570D-A31D-3578C4B3B17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42FEAB60-4C6E-41A0-FC52-81583615683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Picture Placeholder 2">
            <a:extLst>
              <a:ext uri="{FF2B5EF4-FFF2-40B4-BE49-F238E27FC236}">
                <a16:creationId xmlns:a16="http://schemas.microsoft.com/office/drawing/2014/main" id="{A2963118-2A95-082A-4DFF-6C0DA33F59B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Picture Placeholder 2">
            <a:extLst>
              <a:ext uri="{FF2B5EF4-FFF2-40B4-BE49-F238E27FC236}">
                <a16:creationId xmlns:a16="http://schemas.microsoft.com/office/drawing/2014/main" id="{F1791F3A-0E82-06A9-0588-000305CD1590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7E0D42E0-350E-2247-45F3-56D42F8A4B66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514404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7640883-7B53-617D-BE12-A19E85F82D7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1907609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D9B189E3-4BDB-A032-87AD-39D194013B8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1907609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2A34B9E8-CFB0-ABCC-D2C4-A8F174FDB90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716C5C95-2BC4-4D5A-9F5E-FA8B8CECBF6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471A9256-6A6C-5C2D-1DEA-813569F4D29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43D755B0-CB88-73DF-77BE-F524AF55542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3198CB65-E1BB-0862-2BBA-EDF38803C3B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D76AC962-A132-DA02-DE26-644561C88B3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7EC2D322-35AF-3168-CAE7-F7242C22DE6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B0179DD1-4F77-A229-F54C-117D786F649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1" name="Picture Placeholder 2">
            <a:extLst>
              <a:ext uri="{FF2B5EF4-FFF2-40B4-BE49-F238E27FC236}">
                <a16:creationId xmlns:a16="http://schemas.microsoft.com/office/drawing/2014/main" id="{1B3ED7E6-3440-4DEC-6512-E64B9960C25B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28661124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9C3AE372-0E56-771E-CCB5-C1E77A38D34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8644881" y="17103569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F415D1AB-B98D-8EC8-08B0-3DAD5A3D8CB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8644881" y="17791176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5A71691E-DD29-C12F-E295-A972376CE11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09DF864-DBFA-F92D-B685-429A430B260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6" name="Title 1">
            <a:extLst>
              <a:ext uri="{FF2B5EF4-FFF2-40B4-BE49-F238E27FC236}">
                <a16:creationId xmlns:a16="http://schemas.microsoft.com/office/drawing/2014/main" id="{4AD4D5AB-34C6-812D-8AD2-BF8272B628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B1FCE4BF-7751-CC7B-D446-A5791D382E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2241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Cas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13010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-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 of video/demo</a:t>
            </a:r>
          </a:p>
        </p:txBody>
      </p:sp>
    </p:spTree>
    <p:extLst>
      <p:ext uri="{BB962C8B-B14F-4D97-AF65-F5344CB8AC3E}">
        <p14:creationId xmlns:p14="http://schemas.microsoft.com/office/powerpoint/2010/main" val="339081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- Insert Vide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834EEA-7CA3-4C82-B29B-3EA15B8822C9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Media Placeholder 7">
            <a:extLst>
              <a:ext uri="{FF2B5EF4-FFF2-40B4-BE49-F238E27FC236}">
                <a16:creationId xmlns:a16="http://schemas.microsoft.com/office/drawing/2014/main" id="{95086AA8-FFA8-416F-AD2F-0B7223809227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lang="en-US" sz="8400" b="1" dirty="0">
                <a:solidFill>
                  <a:schemeClr val="bg1"/>
                </a:solidFill>
                <a:latin typeface="+mn-lt"/>
              </a:defRPr>
            </a:lvl1pPr>
          </a:lstStyle>
          <a:p>
            <a:pPr marL="857250" lvl="0" indent="-857250" algn="ctr"/>
            <a:r>
              <a:rPr lang="en-US" dirty="0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260279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white background  Description automatically generated">
            <a:extLst>
              <a:ext uri="{FF2B5EF4-FFF2-40B4-BE49-F238E27FC236}">
                <a16:creationId xmlns:a16="http://schemas.microsoft.com/office/drawing/2014/main" id="{708A9C7D-B92D-A13B-AE0E-7F3EA434A1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1316F0-7ADD-BB87-23BE-740C3B3B0100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1478E8-E56F-B47D-1F5A-CBA4655161C3}"/>
              </a:ext>
            </a:extLst>
          </p:cNvPr>
          <p:cNvCxnSpPr/>
          <p:nvPr userDrawn="1"/>
        </p:nvCxnSpPr>
        <p:spPr>
          <a:xfrm>
            <a:off x="0" y="11329275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0660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  Description automatically generated">
            <a:extLst>
              <a:ext uri="{FF2B5EF4-FFF2-40B4-BE49-F238E27FC236}">
                <a16:creationId xmlns:a16="http://schemas.microsoft.com/office/drawing/2014/main" id="{868E8BC8-DCAA-6E80-5181-5371045BD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46080A-6CDE-3FF2-A128-47CFF5F0C9C5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4798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w/ Imag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  Description automatically generated">
            <a:extLst>
              <a:ext uri="{FF2B5EF4-FFF2-40B4-BE49-F238E27FC236}">
                <a16:creationId xmlns:a16="http://schemas.microsoft.com/office/drawing/2014/main" id="{19281CF6-82C4-D591-C93F-79BF14277C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C0EE250-813A-B3FC-C9DB-11B6E237EC3B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1A4C02-2335-3840-A0B5-647FE4372B5A}"/>
              </a:ext>
            </a:extLst>
          </p:cNvPr>
          <p:cNvCxnSpPr/>
          <p:nvPr userDrawn="1"/>
        </p:nvCxnSpPr>
        <p:spPr>
          <a:xfrm>
            <a:off x="0" y="12517118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27B64A9-49B7-26AE-EEC1-3DFB7714FD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04900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5B24A7F-7007-8F97-B7C8-699C593826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04901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E9F7FB4-6AA0-B491-27B8-845C8CCE9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04900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831C6138-3339-1502-9812-8B9B39AF6D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04901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56B4F135-9336-3722-2593-739C386518B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53396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16A6D24-C230-8F9B-A12F-04BF3B073AA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53397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6F5CC89-1592-52B8-63DE-F83AAF64EB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53396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1F14B17-DED6-D507-0F6F-0880EA7DD5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53397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549A52FF-8F33-D50C-49C1-0A55140F33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5163793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5D8802B-FD04-DC3F-D5E6-9A1D927089A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5163794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4956259-B8C8-1248-4F09-69EFFCCA6C2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163793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A510AB1-7D48-519B-BE8D-994DD848CCC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163794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0F3F011E-890F-E527-A5CB-421C1CE541C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2212297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D1CAB8F0-0055-E057-4C4A-7B3C6F7B941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2212298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8F5B73D-560B-E470-3B25-EAD525666B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212297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1960F0BA-603E-23D9-F49B-C5B4462632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2212298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BBA2ABA5-D670-2BB6-7840-47F6198C0D4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9298902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CBEE0231-5854-76AF-A0C6-70879C2EA77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298903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0376ABB2-52CB-85AB-C186-532F75164A9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9298902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3880F57-14E0-B28C-BF79-E4DCF3B7D67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9298903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</p:spTree>
    <p:extLst>
      <p:ext uri="{BB962C8B-B14F-4D97-AF65-F5344CB8AC3E}">
        <p14:creationId xmlns:p14="http://schemas.microsoft.com/office/powerpoint/2010/main" val="58904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LO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  Description automatically generated">
            <a:extLst>
              <a:ext uri="{FF2B5EF4-FFF2-40B4-BE49-F238E27FC236}">
                <a16:creationId xmlns:a16="http://schemas.microsoft.com/office/drawing/2014/main" id="{3BFE9B15-7828-3FC3-BCF0-23F89A1309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79F16E-B355-8896-6563-603510529C31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5A15EA-E928-94AA-543D-8EA2FF0183F9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F43A3E-D43D-124C-0C49-E1D720395FC6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D9C284-B78C-1241-4B2A-F563F642D0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343456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34FF7EA-90ED-54BC-F712-E8CE0FF23D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5706208"/>
            <a:ext cx="24258494" cy="73070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D91CB-444B-B15F-7D27-F8959442EE8D}"/>
              </a:ext>
            </a:extLst>
          </p:cNvPr>
          <p:cNvSpPr txBox="1"/>
          <p:nvPr userDrawn="1"/>
        </p:nvSpPr>
        <p:spPr>
          <a:xfrm rot="10800000">
            <a:off x="17582278" y="12276665"/>
            <a:ext cx="1468672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700" dirty="0">
                <a:solidFill>
                  <a:schemeClr val="tx2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rPr>
              <a:t>“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168394-A768-2D2C-2FE6-DB4613D6BDFB}"/>
              </a:ext>
            </a:extLst>
          </p:cNvPr>
          <p:cNvCxnSpPr>
            <a:cxnSpLocks/>
          </p:cNvCxnSpPr>
          <p:nvPr userDrawn="1"/>
        </p:nvCxnSpPr>
        <p:spPr>
          <a:xfrm>
            <a:off x="6158753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F7CCAE-8B92-5A79-CBAF-C805450DD64B}"/>
              </a:ext>
            </a:extLst>
          </p:cNvPr>
          <p:cNvCxnSpPr>
            <a:cxnSpLocks/>
          </p:cNvCxnSpPr>
          <p:nvPr userDrawn="1"/>
        </p:nvCxnSpPr>
        <p:spPr>
          <a:xfrm>
            <a:off x="19022336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9A1B02-4A67-4CC9-F283-AC371711F42A}"/>
              </a:ext>
            </a:extLst>
          </p:cNvPr>
          <p:cNvGrpSpPr/>
          <p:nvPr userDrawn="1"/>
        </p:nvGrpSpPr>
        <p:grpSpPr>
          <a:xfrm>
            <a:off x="6158753" y="3796809"/>
            <a:ext cx="24258494" cy="4508927"/>
            <a:chOff x="6158753" y="6234204"/>
            <a:chExt cx="24258494" cy="450892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3E7C50-8DF7-896F-E1BB-D5842FE7F8E9}"/>
                </a:ext>
              </a:extLst>
            </p:cNvPr>
            <p:cNvSpPr txBox="1"/>
            <p:nvPr userDrawn="1"/>
          </p:nvSpPr>
          <p:spPr>
            <a:xfrm>
              <a:off x="17553664" y="6234204"/>
              <a:ext cx="1468672" cy="45089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700" dirty="0">
                  <a:solidFill>
                    <a:schemeClr val="tx2"/>
                  </a:solidFill>
                  <a:latin typeface="NVIDIA Sans Light" panose="020B0303020203020204" pitchFamily="34" charset="0"/>
                  <a:cs typeface="NVIDIA Sans Light" panose="020B0303020203020204" pitchFamily="34" charset="0"/>
                </a:rPr>
                <a:t>“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C4E42D4-651A-0018-08AF-103C03C79F4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5DE2FD7-58D2-230B-D513-D6416CD17B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13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SHO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and white background  Description automatically generated">
            <a:extLst>
              <a:ext uri="{FF2B5EF4-FFF2-40B4-BE49-F238E27FC236}">
                <a16:creationId xmlns:a16="http://schemas.microsoft.com/office/drawing/2014/main" id="{61701B74-047D-F92D-ADA0-7BF31D83E2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5FB945-6B24-57D3-B359-4FC5884B9E2A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0A1354-6E59-B3D9-5AE9-EFF6955F88F2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807B0F-0A81-6159-CB17-9A246F14A280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88F64-F571-BC4C-9D1B-F87497A44084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79BB071F-1DED-7BC0-205E-742D1CC39A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187833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52C8912-97F2-5FEC-2170-801AFD44E7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7053551"/>
            <a:ext cx="24258494" cy="4403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4182597-2C50-3A4E-9225-0ED4ED207042}"/>
              </a:ext>
            </a:extLst>
          </p:cNvPr>
          <p:cNvGrpSpPr/>
          <p:nvPr userDrawn="1"/>
        </p:nvGrpSpPr>
        <p:grpSpPr>
          <a:xfrm>
            <a:off x="6158753" y="5267062"/>
            <a:ext cx="24258494" cy="10102852"/>
            <a:chOff x="6158753" y="6264684"/>
            <a:chExt cx="24258494" cy="1010285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9B0E8CB-44E4-719C-A5CF-735DA9699441}"/>
                </a:ext>
              </a:extLst>
            </p:cNvPr>
            <p:cNvGrpSpPr/>
            <p:nvPr userDrawn="1"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1D0B919-1FC7-23E4-68BE-05C833FAB722}"/>
                  </a:ext>
                </a:extLst>
              </p:cNvPr>
              <p:cNvSpPr txBox="1"/>
              <p:nvPr/>
            </p:nvSpPr>
            <p:spPr>
              <a:xfrm>
                <a:off x="17553664" y="5634063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BD82AED-32A6-66BD-FAD0-B98CE3AFC77E}"/>
                  </a:ext>
                </a:extLst>
              </p:cNvPr>
              <p:cNvSpPr txBox="1"/>
              <p:nvPr/>
            </p:nvSpPr>
            <p:spPr>
              <a:xfrm rot="10800000">
                <a:off x="17582278" y="11227988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91EC44D-F0B4-790F-3089-A3B3D01B77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7DAC6E7-C5E7-D30C-B66F-007182DE7A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77AA061-58A0-8C4F-C050-0B149A72E6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916F238-457C-1E6C-1D73-143F4C3F61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4406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curved lines with a bright light behind them  Description automatically generated">
            <a:extLst>
              <a:ext uri="{FF2B5EF4-FFF2-40B4-BE49-F238E27FC236}">
                <a16:creationId xmlns:a16="http://schemas.microsoft.com/office/drawing/2014/main" id="{F807122B-A2F6-379E-64FD-A4985E493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8" r="51136" b="926"/>
          <a:stretch/>
        </p:blipFill>
        <p:spPr>
          <a:xfrm>
            <a:off x="0" y="0"/>
            <a:ext cx="17150706" cy="2057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FDB0CE-6D06-5D9D-4F40-64EBE09315DF}"/>
              </a:ext>
            </a:extLst>
          </p:cNvPr>
          <p:cNvSpPr/>
          <p:nvPr userDrawn="1"/>
        </p:nvSpPr>
        <p:spPr>
          <a:xfrm>
            <a:off x="0" y="0"/>
            <a:ext cx="17150706" cy="20574000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14B981-6D72-A82B-BB74-685EAD4F2156}"/>
              </a:ext>
            </a:extLst>
          </p:cNvPr>
          <p:cNvSpPr/>
          <p:nvPr userDrawn="1"/>
        </p:nvSpPr>
        <p:spPr>
          <a:xfrm>
            <a:off x="17204620" y="5394960"/>
            <a:ext cx="566928" cy="151790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58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 xmlns:a14="http://schemas.microsoft.com/office/drawing/2010/main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green and white  Description automatically generated">
            <a:extLst>
              <a:ext uri="{FF2B5EF4-FFF2-40B4-BE49-F238E27FC236}">
                <a16:creationId xmlns:a16="http://schemas.microsoft.com/office/drawing/2014/main" id="{F680AE5A-C426-36FD-E875-65C352F89B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AD3F4-3771-EC4B-882B-5E3EA6379A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3866" y="1865236"/>
            <a:ext cx="18476688" cy="59436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buFontTx/>
              <a:buNone/>
              <a:defRPr lang="en-US" sz="9000" b="1" kern="0" cap="none" baseline="0" dirty="0" smtClean="0">
                <a:solidFill>
                  <a:schemeClr val="bg1"/>
                </a:solidFill>
                <a:latin typeface="NVIDIA Sans" panose="020B0503020203020204" pitchFamily="34" charset="0"/>
                <a:ea typeface="+mj-ea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2pPr>
            <a:lvl3pPr marL="4883584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3pPr>
            <a:lvl4pPr marL="6933729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4pPr>
            <a:lvl5pPr marL="8471409" indent="0">
              <a:buFontTx/>
              <a:buNone/>
              <a:defRPr lang="en-US" sz="8000" b="1" kern="0" cap="all" baseline="0" dirty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690F0-C869-92D8-B1E3-3151C511786C}"/>
              </a:ext>
            </a:extLst>
          </p:cNvPr>
          <p:cNvSpPr/>
          <p:nvPr userDrawn="1"/>
        </p:nvSpPr>
        <p:spPr>
          <a:xfrm>
            <a:off x="-1" y="0"/>
            <a:ext cx="566928" cy="7498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22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b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068417-0A49-4E97-BD32-9EE897037421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CE798D4-9140-2EC5-6DC9-6C6A5F573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34260" y="10771999"/>
            <a:ext cx="22733876" cy="547618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4400" cap="none" baseline="0">
                <a:solidFill>
                  <a:schemeClr val="tx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Edit Text Style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FAAD9D4-FB4F-9DA0-9C5E-7AD5B9D1B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260" y="9024760"/>
            <a:ext cx="22733877" cy="1754266"/>
          </a:xfrm>
          <a:prstGeom prst="rect">
            <a:avLst/>
          </a:prstGeom>
        </p:spPr>
        <p:txBody>
          <a:bodyPr/>
          <a:lstStyle>
            <a:lvl1pPr algn="l">
              <a:defRPr sz="12000" b="0" cap="none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</a:lstStyle>
          <a:p>
            <a:r>
              <a:rPr lang="en-US" dirty="0"/>
              <a:t>Click to add text</a:t>
            </a:r>
          </a:p>
        </p:txBody>
      </p:sp>
      <p:pic>
        <p:nvPicPr>
          <p:cNvPr id="11" name="Picture 10" descr="A close up of a logo  Description automatically generated">
            <a:extLst>
              <a:ext uri="{FF2B5EF4-FFF2-40B4-BE49-F238E27FC236}">
                <a16:creationId xmlns:a16="http://schemas.microsoft.com/office/drawing/2014/main" id="{71DC9D6B-A1D3-6E9D-3F5B-25ABC3B87F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3140" y="6248046"/>
            <a:ext cx="2357259" cy="235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0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white background  Description automatically generated">
            <a:extLst>
              <a:ext uri="{FF2B5EF4-FFF2-40B4-BE49-F238E27FC236}">
                <a16:creationId xmlns:a16="http://schemas.microsoft.com/office/drawing/2014/main" id="{59444DC2-EE0C-D166-FB2A-0933A4B046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  Description automatically generated">
            <a:extLst>
              <a:ext uri="{FF2B5EF4-FFF2-40B4-BE49-F238E27FC236}">
                <a16:creationId xmlns:a16="http://schemas.microsoft.com/office/drawing/2014/main" id="{9BB9031F-8728-8968-10CA-E5BDE38FC7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5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Masters/_rels/slideMaster1.xml.rels><?xml version="1.0" encoding="UTF-8"?>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DA1210-4468-5B83-C91A-BBA62AF1227D}"/>
              </a:ext>
            </a:extLst>
          </p:cNvPr>
          <p:cNvGrpSpPr/>
          <p:nvPr userDrawn="1"/>
        </p:nvGrpSpPr>
        <p:grpSpPr>
          <a:xfrm>
            <a:off x="34061399" y="19504414"/>
            <a:ext cx="2514601" cy="1072783"/>
            <a:chOff x="34061399" y="19504414"/>
            <a:chExt cx="2514601" cy="107278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6547AF-589A-45F3-BD57-EACA3BF60CFD}"/>
                </a:ext>
              </a:extLst>
            </p:cNvPr>
            <p:cNvSpPr/>
            <p:nvPr userDrawn="1"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9" name="Picture 8" descr="A picture containing shape  Description automatically generated">
              <a:extLst>
                <a:ext uri="{FF2B5EF4-FFF2-40B4-BE49-F238E27FC236}">
                  <a16:creationId xmlns:a16="http://schemas.microsoft.com/office/drawing/2014/main" id="{0F64E9CA-B4B2-365B-092F-3051F7475E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240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22" r:id="rId3"/>
    <p:sldLayoutId id="2147483718" r:id="rId4"/>
    <p:sldLayoutId id="2147483681" r:id="rId5"/>
    <p:sldLayoutId id="2147483680" r:id="rId6"/>
    <p:sldLayoutId id="2147483682" r:id="rId7"/>
    <p:sldLayoutId id="2147483683" r:id="rId8"/>
    <p:sldLayoutId id="2147483705" r:id="rId9"/>
    <p:sldLayoutId id="2147483685" r:id="rId10"/>
    <p:sldLayoutId id="2147483686" r:id="rId11"/>
    <p:sldLayoutId id="2147483687" r:id="rId12"/>
    <p:sldLayoutId id="2147483691" r:id="rId13"/>
    <p:sldLayoutId id="2147483688" r:id="rId14"/>
    <p:sldLayoutId id="2147483690" r:id="rId15"/>
    <p:sldLayoutId id="2147483689" r:id="rId16"/>
    <p:sldLayoutId id="2147483692" r:id="rId17"/>
    <p:sldLayoutId id="2147483693" r:id="rId18"/>
    <p:sldLayoutId id="2147483709" r:id="rId19"/>
    <p:sldLayoutId id="2147483723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  <p:sldLayoutId id="2147483695" r:id="rId29"/>
    <p:sldLayoutId id="2147483721" r:id="rId30"/>
    <p:sldLayoutId id="2147483694" r:id="rId31"/>
    <p:sldLayoutId id="2147483719" r:id="rId32"/>
    <p:sldLayoutId id="2147483724" r:id="rId33"/>
    <p:sldLayoutId id="2147483720" r:id="rId34"/>
    <p:sldLayoutId id="2147483672" r:id="rId35"/>
    <p:sldLayoutId id="2147483708" r:id="rId36"/>
    <p:sldLayoutId id="2147483725" r:id="rId37"/>
    <p:sldLayoutId id="2147483679" r:id="rId38"/>
    <p:sldLayoutId id="2147483676" r:id="rId39"/>
    <p:sldLayoutId id="2147483684" r:id="rId40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  <p:txStyles>
    <p:titleStyle>
      <a:lvl1pPr algn="ctr" defTabSz="2743200" rtl="0" eaLnBrk="1" latinLnBrk="0" hangingPunct="1">
        <a:lnSpc>
          <a:spcPct val="90000"/>
        </a:lnSpc>
        <a:spcBef>
          <a:spcPct val="0"/>
        </a:spcBef>
        <a:buNone/>
        <a:defRPr sz="7200" b="1" kern="1200" cap="none" baseline="0">
          <a:solidFill>
            <a:schemeClr val="bg1"/>
          </a:solidFill>
          <a:latin typeface="NVIDIA Sans" panose="020B0503020203020204" pitchFamily="34" charset="0"/>
          <a:ea typeface="+mj-ea"/>
          <a:cs typeface="NVIDIA Sans" panose="020B0503020203020204" pitchFamily="34" charset="0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NVIDIA Sans" panose="020B0503020203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hyperlink" Target="https://support.apple.com/en-us/HT201749" TargetMode="External"/><Relationship Id="rId3" Type="http://schemas.openxmlformats.org/officeDocument/2006/relationships/image" Target="../media/image12.png"/><Relationship Id="rId7" Type="http://schemas.openxmlformats.org/officeDocument/2006/relationships/hyperlink" Target="https://nam11.safelinks.protection.outlook.com/?url=https%3A%2F%2Fwww.pcworld.com%2Farticle%2F394991%2Fhow-to-install-fonts-in-windows-10.html&amp;data=05%7C01%7Clspillman%40nvidia.com%7C6f913460e72b4d8fc05108da63598890%7C43083d15727340c1b7db39efd9ccc17a%7C0%7C0%7C637931533471989038%7CUnknown%7CTWFpbGZsb3d8eyJWIjoiMC4wLjAwMDAiLCJQIjoiV2luMzIiLCJBTiI6Ik1haWwiLCJXVCI6Mn0%3D%7C3000%7C%7C%7C&amp;sdata=i05HSA2r2zGP5MBReJ%2FiJNgldnuNI6TaTitP8dgxN9k%3D&amp;reserved=0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am11.safelinks.protection.outlook.com/?url=https%3A%2F%2Fnvidia.sharepoint.com%2Fsites%2Fnvinfo%2Fbrand%2FPages%2Ffont.aspx&amp;data=05%7C01%7Clspillman%40nvidia.com%7C1924dfafcede45c47b9808da71d018cc%7C43083d15727340c1b7db39efd9ccc17a%7C0%7C0%7C637947435831419675%7CUnknown%7CTWFpbGZsb3d8eyJWIjoiMC4wLjAwMDAiLCJQIjoiV2luMzIiLCJBTiI6Ik1haWwiLCJXVCI6Mn0%3D%7C3000%7C%7C%7C&amp;sdata=VdYGNJlAV2%2F%2B25m2d6zTbj7THJWO5GWZnQnYpIxBido%3D&amp;reserved=0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hyperlink" Target="https://headlinecapitalization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googlefonts/RobotoMono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?><Relationships xmlns="http://schemas.openxmlformats.org/package/2006/relationships"><Relationship Id="rId8" Type="http://schemas.openxmlformats.org/officeDocument/2006/relationships/hyperlink" Target="https://www.nvidia.com/en-us/networking/products/data-processing-unit/" TargetMode="External"/><Relationship Id="rId3" Type="http://schemas.openxmlformats.org/officeDocument/2006/relationships/hyperlink" Target="https://www.nvidia.com/en-us/geforce/news/" TargetMode="External"/><Relationship Id="rId7" Type="http://schemas.openxmlformats.org/officeDocument/2006/relationships/hyperlink" Target="https://store.nvidia.com/en-us/jetson/store/?page=1&amp;limit=9&amp;locale=en-us" TargetMode="External"/><Relationship Id="rId2" Type="http://schemas.openxmlformats.org/officeDocument/2006/relationships/hyperlink" Target="https://www.nvidia.com/en-us/geforce/gaming-laptops/?nvid=nv-int-csfg-288505#cid=_nv-int-csfg_en-us" TargetMode="Externa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store.nvidia.com/en-us/shield/" TargetMode="External"/><Relationship Id="rId11" Type="http://schemas.openxmlformats.org/officeDocument/2006/relationships/hyperlink" Target="https://www.nvidia.com/en-us/geforce/technologies/dlss/?nvid=nv-int-csfg-616647#cid=gf7_nv-int-csfg_en-us" TargetMode="External"/><Relationship Id="rId5" Type="http://schemas.openxmlformats.org/officeDocument/2006/relationships/hyperlink" Target="https://www.nvidia.com/en-us/research/" TargetMode="External"/><Relationship Id="rId10" Type="http://schemas.openxmlformats.org/officeDocument/2006/relationships/hyperlink" Target="https://catalog.ngc.nvidia.com/orgs/nvidia/collections/automaticspeechrecognition" TargetMode="External"/><Relationship Id="rId4" Type="http://schemas.openxmlformats.org/officeDocument/2006/relationships/hyperlink" Target="https://www.nvidia.com/en-us/research/ai-playground/?nvid=nv-int-cwmfg-884255#cid=nrz_nv-int-cwmfg_en-us" TargetMode="External"/><Relationship Id="rId9" Type="http://schemas.openxmlformats.org/officeDocument/2006/relationships/hyperlink" Target="https://catalog.ngc.nvidia.com/orgs/nvidia/collections/languagemodelling" TargetMode="External"/></Relationships>
</file>

<file path=ppt/slides/_rels/slide44.xml.rels><?xml version="1.0" encoding="UTF-8"?>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9.xml"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7.xml.rels><?xml version="1.0" encoding="UTF-8"?>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8.xml.rels><?xml version="1.0" encoding="UTF-8"?><Relationships xmlns="http://schemas.openxmlformats.org/package/2006/relationships"><Relationship Id="rId3" Type="http://schemas.openxmlformats.org/officeDocument/2006/relationships/hyperlink" Target="https://nvdam.nvidia.com/portals/8nw766or/IconographyPortal" TargetMode="External"/><Relationship Id="rId7" Type="http://schemas.openxmlformats.org/officeDocument/2006/relationships/image" Target="../media/image25.png"/><Relationship Id="rId2" Type="http://schemas.openxmlformats.org/officeDocument/2006/relationships/hyperlink" Target="https://nvdam.nvidia.com/dam/dashboard" TargetMode="Externa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1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2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9.xml"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8.xml.rels><?xml version="1.0" encoding="UTF-8"?>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9.xml.rels><?xml version="1.0" encoding="UTF-8"?>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AE76B-19B2-46FF-A08B-3014226D93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3200" y="1865313"/>
            <a:ext cx="18476913" cy="5943600"/>
          </a:xfrm>
        </p:spPr>
        <p:txBody>
          <a:bodyPr/>
          <a:lstStyle/>
          <a:p>
            <a:r>
              <a:rPr lang="en-US" dirty="0"/>
              <a:t>Tips to Get Started</a:t>
            </a:r>
          </a:p>
        </p:txBody>
      </p:sp>
    </p:spTree>
    <p:extLst>
      <p:ext uri="{BB962C8B-B14F-4D97-AF65-F5344CB8AC3E}">
        <p14:creationId xmlns:p14="http://schemas.microsoft.com/office/powerpoint/2010/main" val="4080100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8B35A-898A-CC3A-7F71-1A900189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sure the correct font, </a:t>
            </a:r>
            <a:r>
              <a:rPr lang="en-US" b="1" dirty="0">
                <a:solidFill>
                  <a:schemeClr val="tx2"/>
                </a:solidFill>
              </a:rPr>
              <a:t>NVIDIA Sans</a:t>
            </a:r>
            <a:r>
              <a:rPr lang="en-US" dirty="0"/>
              <a:t>, is loaded/displayed on your screen before proceeding</a:t>
            </a:r>
          </a:p>
          <a:p>
            <a:r>
              <a:rPr lang="en-US" dirty="0"/>
              <a:t>Does the live text in the right box look exactly like the text on the left that is an image?</a:t>
            </a:r>
          </a:p>
          <a:p>
            <a:pPr lvl="1"/>
            <a:r>
              <a:rPr lang="en-US" dirty="0"/>
              <a:t>If it matches…great! </a:t>
            </a:r>
          </a:p>
          <a:p>
            <a:pPr lvl="1"/>
            <a:r>
              <a:rPr lang="en-US" dirty="0"/>
              <a:t>If it does NOT, please see next slide on how to install fonts</a:t>
            </a:r>
          </a:p>
          <a:p>
            <a:r>
              <a:rPr lang="en-US" u="sng" dirty="0"/>
              <a:t>All employees must have NVIDIA Sans installed on their machines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4303C4-59DF-8CF0-71FF-0797EAC5E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 Test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E52A9A-697B-9271-647F-69073203E9F0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Introducing NVIDIA Sans.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193F54-36AB-AB6B-15A7-A24CE2F7A2E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dirty="0"/>
              <a:t>Our new font for everything NVIDIA.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AF1B28-C1CB-5B2A-DC39-5B29F48A5CFA}"/>
              </a:ext>
            </a:extLst>
          </p:cNvPr>
          <p:cNvSpPr txBox="1"/>
          <p:nvPr/>
        </p:nvSpPr>
        <p:spPr>
          <a:xfrm>
            <a:off x="3048000" y="9963816"/>
            <a:ext cx="5172634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chemeClr val="bg1"/>
                </a:solidFill>
                <a:ea typeface="Roboto Mono" panose="00000009000000000000" pitchFamily="49" charset="0"/>
                <a:cs typeface="NVIDIA Sans" panose="020B0503020203020204" pitchFamily="34" charset="0"/>
              </a:rPr>
              <a:t>IMAGE FOR COMPARISON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B4DEAC-CE51-45C3-594E-844D2372B319}"/>
              </a:ext>
            </a:extLst>
          </p:cNvPr>
          <p:cNvSpPr txBox="1"/>
          <p:nvPr/>
        </p:nvSpPr>
        <p:spPr>
          <a:xfrm>
            <a:off x="14907492" y="9963816"/>
            <a:ext cx="2127505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chemeClr val="bg1"/>
                </a:solidFill>
                <a:ea typeface="Roboto Mono" panose="00000009000000000000" pitchFamily="49" charset="0"/>
                <a:cs typeface="NVIDIA Sans" panose="020B0503020203020204" pitchFamily="34" charset="0"/>
              </a:rPr>
              <a:t>LIVE TEXT</a:t>
            </a:r>
          </a:p>
        </p:txBody>
      </p:sp>
    </p:spTree>
    <p:extLst>
      <p:ext uri="{BB962C8B-B14F-4D97-AF65-F5344CB8AC3E}">
        <p14:creationId xmlns:p14="http://schemas.microsoft.com/office/powerpoint/2010/main" val="2552075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6C5838-5B15-4295-A6AB-336C4403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Install NVIDIA Sans Fonts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C4E44C6-E88C-4CDE-9E6A-035AA5A6F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320"/>
            <a:ext cx="19162059" cy="13651992"/>
          </a:xfrm>
        </p:spPr>
        <p:txBody>
          <a:bodyPr/>
          <a:lstStyle/>
          <a:p>
            <a:r>
              <a:rPr lang="en-US" dirty="0"/>
              <a:t>Go to search tool and type in “fonts”</a:t>
            </a:r>
          </a:p>
          <a:p>
            <a:r>
              <a:rPr lang="en-US" dirty="0"/>
              <a:t>Select the option for “Font Settings” App</a:t>
            </a:r>
          </a:p>
          <a:p>
            <a:r>
              <a:rPr lang="en-US" dirty="0"/>
              <a:t>Follow the instructions for installing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After “drag and drop” of font folder is complete; restart MS Office PPT and then check the drop-down menu to see if fonts are loaded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4D91E5-7049-61E6-9E6E-1F789F8CD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480" y="7819695"/>
            <a:ext cx="10681958" cy="4700901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CE8AFD-1CD1-E10E-2072-4A84A3F34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480" y="15395895"/>
            <a:ext cx="8876956" cy="288170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13" name="Text Placeholder 52">
            <a:extLst>
              <a:ext uri="{FF2B5EF4-FFF2-40B4-BE49-F238E27FC236}">
                <a16:creationId xmlns:a16="http://schemas.microsoft.com/office/drawing/2014/main" id="{2D406B09-5F06-C56B-1CEA-0B93BCF626B9}"/>
              </a:ext>
            </a:extLst>
          </p:cNvPr>
          <p:cNvSpPr txBox="1">
            <a:spLocks/>
          </p:cNvSpPr>
          <p:nvPr/>
        </p:nvSpPr>
        <p:spPr>
          <a:xfrm>
            <a:off x="23372194" y="4976948"/>
            <a:ext cx="10689206" cy="7824652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lIns="365760" tIns="365760" rIns="365760" bIns="365760" anchor="ctr"/>
          <a:lstStyle>
            <a:lvl1pPr marL="1537678" indent="-1537678" algn="l" rtl="0" fontAlgn="base">
              <a:lnSpc>
                <a:spcPct val="100000"/>
              </a:lnSpc>
              <a:spcBef>
                <a:spcPts val="1615"/>
              </a:spcBef>
              <a:spcAft>
                <a:spcPct val="0"/>
              </a:spcAft>
              <a:buSzPct val="100000"/>
              <a:buFontTx/>
              <a:buBlip>
                <a:blip r:embed="rId4"/>
              </a:buBlip>
              <a:defRPr sz="12923" b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ea typeface="+mn-ea"/>
                <a:cs typeface="+mn-cs"/>
              </a:defRPr>
            </a:lvl1pPr>
            <a:lvl2pPr marL="4100468" indent="-1537678" algn="l" rtl="0" fontAlgn="base">
              <a:lnSpc>
                <a:spcPct val="100000"/>
              </a:lnSpc>
              <a:spcBef>
                <a:spcPts val="1615"/>
              </a:spcBef>
              <a:spcAft>
                <a:spcPct val="0"/>
              </a:spcAft>
              <a:buSzPct val="100000"/>
              <a:buFontTx/>
              <a:buBlip>
                <a:blip r:embed="rId4"/>
              </a:buBlip>
              <a:defRPr sz="11846" b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2pPr>
            <a:lvl3pPr marL="6150695" indent="-1267111" algn="l" rtl="0" fontAlgn="base">
              <a:spcBef>
                <a:spcPct val="20000"/>
              </a:spcBef>
              <a:spcAft>
                <a:spcPct val="0"/>
              </a:spcAft>
              <a:buSzPct val="100000"/>
              <a:buFontTx/>
              <a:buBlip>
                <a:blip r:embed="rId5"/>
              </a:buBlip>
              <a:defRPr sz="8076" b="0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7958844" indent="-102511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8974">
                <a:solidFill>
                  <a:schemeClr val="bg1"/>
                </a:solidFill>
                <a:latin typeface="+mn-lt"/>
              </a:defRPr>
            </a:lvl4pPr>
            <a:lvl5pPr marL="9496524" indent="-1025115" algn="l" rtl="0" fontAlgn="base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5pPr>
            <a:lvl6pPr marL="11546753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6pPr>
            <a:lvl7pPr marL="13596926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7pPr>
            <a:lvl8pPr marL="15647149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8pPr>
            <a:lvl9pPr marL="17697359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kern="0" dirty="0">
                <a:solidFill>
                  <a:schemeClr val="tx2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NOTE: </a:t>
            </a:r>
            <a:br>
              <a:rPr lang="en-US" sz="4400" kern="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</a:br>
            <a:r>
              <a:rPr lang="en-US" sz="4400" kern="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For NVIDIA employees, you can download the font folders to your desktop from here: </a:t>
            </a:r>
            <a:r>
              <a:rPr lang="en-US" sz="4400" u="sng" dirty="0">
                <a:solidFill>
                  <a:srgbClr val="0000FF"/>
                </a:solidFill>
                <a:effectLst/>
                <a:latin typeface="+mn-lt"/>
                <a:ea typeface="NVIDIA Sans" panose="020B0503020203020204" pitchFamily="34" charset="0"/>
                <a:hlinkClick r:id="rId6"/>
              </a:rPr>
              <a:t>https://nvidia.sharepoint.com/sites/nvinfo/brand/Pages/font.aspx</a:t>
            </a:r>
            <a:endParaRPr lang="en-US" sz="4400" dirty="0">
              <a:effectLst/>
              <a:latin typeface="+mn-lt"/>
              <a:ea typeface="NVIDIA Sans" panose="020B0503020203020204" pitchFamily="34" charset="0"/>
            </a:endParaRPr>
          </a:p>
          <a:p>
            <a:pPr marL="0" indent="0" defTabSz="914400">
              <a:buNone/>
            </a:pPr>
            <a:endParaRPr lang="en-US" sz="4400" kern="0" dirty="0">
              <a:solidFill>
                <a:schemeClr val="tx1"/>
              </a:solidFill>
              <a:latin typeface="NVIDIA Sans Medium" panose="020B0603020203020204" pitchFamily="34" charset="0"/>
              <a:cs typeface="NVIDIA Sans Medium" panose="020B0603020203020204" pitchFamily="34" charset="0"/>
            </a:endParaRPr>
          </a:p>
          <a:p>
            <a:pPr marL="0" indent="0" defTabSz="914400">
              <a:buNone/>
            </a:pPr>
            <a:r>
              <a:rPr lang="en-US" sz="4400" kern="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For non-employees, please reach out to your NVIDIA contact to provide</a:t>
            </a:r>
          </a:p>
        </p:txBody>
      </p:sp>
      <p:sp>
        <p:nvSpPr>
          <p:cNvPr id="14" name="Text Placeholder 52">
            <a:extLst>
              <a:ext uri="{FF2B5EF4-FFF2-40B4-BE49-F238E27FC236}">
                <a16:creationId xmlns:a16="http://schemas.microsoft.com/office/drawing/2014/main" id="{8D1B343B-6E29-4926-8571-74B7E116235C}"/>
              </a:ext>
            </a:extLst>
          </p:cNvPr>
          <p:cNvSpPr txBox="1">
            <a:spLocks/>
          </p:cNvSpPr>
          <p:nvPr/>
        </p:nvSpPr>
        <p:spPr>
          <a:xfrm>
            <a:off x="23372194" y="13217236"/>
            <a:ext cx="10689206" cy="5073422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lIns="0" tIns="365760" rIns="0" bIns="365760" anchor="ctr"/>
          <a:lstStyle>
            <a:lvl1pPr marL="1537678" indent="-1537678" algn="l" rtl="0" fontAlgn="base">
              <a:lnSpc>
                <a:spcPct val="100000"/>
              </a:lnSpc>
              <a:spcBef>
                <a:spcPts val="1615"/>
              </a:spcBef>
              <a:spcAft>
                <a:spcPct val="0"/>
              </a:spcAft>
              <a:buSzPct val="100000"/>
              <a:buFontTx/>
              <a:buBlip>
                <a:blip r:embed="rId4"/>
              </a:buBlip>
              <a:defRPr sz="12923" b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ea typeface="+mn-ea"/>
                <a:cs typeface="+mn-cs"/>
              </a:defRPr>
            </a:lvl1pPr>
            <a:lvl2pPr marL="4100468" indent="-1537678" algn="l" rtl="0" fontAlgn="base">
              <a:lnSpc>
                <a:spcPct val="100000"/>
              </a:lnSpc>
              <a:spcBef>
                <a:spcPts val="1615"/>
              </a:spcBef>
              <a:spcAft>
                <a:spcPct val="0"/>
              </a:spcAft>
              <a:buSzPct val="100000"/>
              <a:buFontTx/>
              <a:buBlip>
                <a:blip r:embed="rId4"/>
              </a:buBlip>
              <a:defRPr sz="11846" b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2pPr>
            <a:lvl3pPr marL="6150695" indent="-1267111" algn="l" rtl="0" fontAlgn="base">
              <a:spcBef>
                <a:spcPct val="20000"/>
              </a:spcBef>
              <a:spcAft>
                <a:spcPct val="0"/>
              </a:spcAft>
              <a:buSzPct val="100000"/>
              <a:buFontTx/>
              <a:buBlip>
                <a:blip r:embed="rId5"/>
              </a:buBlip>
              <a:defRPr sz="8076" b="0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7958844" indent="-102511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8974">
                <a:solidFill>
                  <a:schemeClr val="bg1"/>
                </a:solidFill>
                <a:latin typeface="+mn-lt"/>
              </a:defRPr>
            </a:lvl4pPr>
            <a:lvl5pPr marL="9496524" indent="-1025115" algn="l" rtl="0" fontAlgn="base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5pPr>
            <a:lvl6pPr marL="11546753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6pPr>
            <a:lvl7pPr marL="13596926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7pPr>
            <a:lvl8pPr marL="15647149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8pPr>
            <a:lvl9pPr marL="17697359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9pPr>
          </a:lstStyle>
          <a:p>
            <a:pPr marL="392113" marR="0" lvl="2" indent="0">
              <a:spcBef>
                <a:spcPts val="0"/>
              </a:spcBef>
              <a:spcAft>
                <a:spcPts val="0"/>
              </a:spcAft>
              <a:buSzPts val="1000"/>
              <a:buNone/>
              <a:tabLst>
                <a:tab pos="1371600" algn="l"/>
              </a:tabLst>
            </a:pPr>
            <a:r>
              <a:rPr lang="en-US" sz="4400" b="1" u="sng" dirty="0">
                <a:solidFill>
                  <a:srgbClr val="0563C1"/>
                </a:solidFill>
                <a:effectLst/>
                <a:latin typeface="NVIDIA Sans" panose="020B0503020203020204" pitchFamily="34" charset="0"/>
                <a:ea typeface="NVIDIA Sans" panose="020B0503020203020204" pitchFamily="34" charset="0"/>
                <a:cs typeface="NVIDIA Sans" panose="020B0503020203020204" pitchFamily="34" charset="0"/>
                <a:hlinkClick r:id="rId7"/>
              </a:rPr>
              <a:t>Install</a:t>
            </a:r>
            <a:br>
              <a:rPr lang="en-US" sz="4400" b="1" dirty="0">
                <a:effectLst/>
                <a:latin typeface="NVIDIA Sans" panose="020B0503020203020204" pitchFamily="34" charset="0"/>
                <a:ea typeface="NVIDIA Sans" panose="020B0503020203020204" pitchFamily="34" charset="0"/>
                <a:cs typeface="NVIDIA Sans" panose="020B0503020203020204" pitchFamily="34" charset="0"/>
              </a:rPr>
            </a:br>
            <a:r>
              <a:rPr lang="en-US" sz="4400" b="1" dirty="0">
                <a:solidFill>
                  <a:schemeClr val="bg1"/>
                </a:solidFill>
                <a:latin typeface="+mj-lt"/>
                <a:ea typeface="NVIDIA Sans" panose="020B0503020203020204" pitchFamily="34" charset="0"/>
                <a:cs typeface="NVIDIA Sans" panose="020B0503020203020204" pitchFamily="34" charset="0"/>
              </a:rPr>
              <a:t>I</a:t>
            </a:r>
            <a:r>
              <a:rPr lang="en-US" sz="4400" dirty="0">
                <a:solidFill>
                  <a:schemeClr val="bg1"/>
                </a:solidFill>
                <a:effectLst/>
                <a:latin typeface="+mj-lt"/>
                <a:ea typeface="NVIDIA Sans" panose="020B0503020203020204" pitchFamily="34" charset="0"/>
                <a:cs typeface="NVIDIA Sans" panose="020B0503020203020204" pitchFamily="34" charset="0"/>
              </a:rPr>
              <a:t>nstructions for PC</a:t>
            </a:r>
          </a:p>
          <a:p>
            <a:pPr marL="392113" marR="0" lvl="2" indent="0">
              <a:spcBef>
                <a:spcPts val="0"/>
              </a:spcBef>
              <a:spcAft>
                <a:spcPts val="0"/>
              </a:spcAft>
              <a:buSzPts val="1000"/>
              <a:buNone/>
              <a:tabLst>
                <a:tab pos="1371600" algn="l"/>
              </a:tabLst>
            </a:pPr>
            <a:endParaRPr lang="en-US" sz="4400" b="1" u="sng" dirty="0">
              <a:solidFill>
                <a:srgbClr val="0563C1"/>
              </a:solidFill>
              <a:latin typeface="NVIDIA Sans" panose="020B0503020203020204" pitchFamily="34" charset="0"/>
              <a:ea typeface="NVIDIA Sans" panose="020B0503020203020204" pitchFamily="34" charset="0"/>
              <a:cs typeface="NVIDIA Sans" panose="020B0503020203020204" pitchFamily="34" charset="0"/>
            </a:endParaRPr>
          </a:p>
          <a:p>
            <a:pPr marL="392113" marR="0" lvl="2" indent="0">
              <a:spcBef>
                <a:spcPts val="0"/>
              </a:spcBef>
              <a:spcAft>
                <a:spcPts val="0"/>
              </a:spcAft>
              <a:buSzPts val="1000"/>
              <a:buNone/>
              <a:tabLst>
                <a:tab pos="1371600" algn="l"/>
              </a:tabLst>
            </a:pPr>
            <a:r>
              <a:rPr lang="en-US" sz="4400" b="1" u="sng" dirty="0">
                <a:solidFill>
                  <a:schemeClr val="tx2"/>
                </a:solidFill>
                <a:latin typeface="NVIDIA Sans" panose="020B0503020203020204" pitchFamily="34" charset="0"/>
                <a:ea typeface="NVIDIA Sans" panose="020B0503020203020204" pitchFamily="34" charset="0"/>
                <a:cs typeface="NVIDIA Sans" panose="020B0503020203020204" pitchFamily="34" charset="0"/>
                <a:hlinkClick r:id="rId8"/>
              </a:rPr>
              <a:t>Install</a:t>
            </a:r>
            <a:br>
              <a:rPr lang="en-US" sz="4400" b="1" dirty="0">
                <a:effectLst/>
                <a:latin typeface="NVIDIA Sans" panose="020B0503020203020204" pitchFamily="34" charset="0"/>
                <a:ea typeface="NVIDIA Sans" panose="020B0503020203020204" pitchFamily="34" charset="0"/>
                <a:cs typeface="NVIDIA Sans" panose="020B0503020203020204" pitchFamily="34" charset="0"/>
              </a:rPr>
            </a:br>
            <a:r>
              <a:rPr lang="en-US" sz="4400" b="1" dirty="0">
                <a:solidFill>
                  <a:schemeClr val="bg1"/>
                </a:solidFill>
                <a:latin typeface="+mj-lt"/>
                <a:ea typeface="NVIDIA Sans" panose="020B0503020203020204" pitchFamily="34" charset="0"/>
                <a:cs typeface="NVIDIA Sans" panose="020B0503020203020204" pitchFamily="34" charset="0"/>
              </a:rPr>
              <a:t>I</a:t>
            </a:r>
            <a:r>
              <a:rPr lang="en-US" sz="4400" dirty="0">
                <a:solidFill>
                  <a:schemeClr val="bg1"/>
                </a:solidFill>
                <a:effectLst/>
                <a:latin typeface="+mj-lt"/>
                <a:ea typeface="NVIDIA Sans" panose="020B0503020203020204" pitchFamily="34" charset="0"/>
                <a:cs typeface="NVIDIA Sans" panose="020B0503020203020204" pitchFamily="34" charset="0"/>
              </a:rPr>
              <a:t>nstructions for Mac</a:t>
            </a:r>
          </a:p>
        </p:txBody>
      </p:sp>
    </p:spTree>
    <p:extLst>
      <p:ext uri="{BB962C8B-B14F-4D97-AF65-F5344CB8AC3E}">
        <p14:creationId xmlns:p14="http://schemas.microsoft.com/office/powerpoint/2010/main" val="60364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218F4AF-DE84-8142-8BF7-11293D2E159F}"/>
              </a:ext>
            </a:extLst>
          </p:cNvPr>
          <p:cNvSpPr/>
          <p:nvPr/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6C5838-5B15-4295-A6AB-336C4403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Reduce File Size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939F0A7-122F-B6EE-2A04-0DA625329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6896" y="6988192"/>
            <a:ext cx="13816268" cy="11345523"/>
          </a:xfrm>
        </p:spPr>
        <p:txBody>
          <a:bodyPr/>
          <a:lstStyle/>
          <a:p>
            <a:r>
              <a:rPr lang="en-US" dirty="0"/>
              <a:t>Slide types: “Timeline”, “Quote”, “Agenda”</a:t>
            </a:r>
            <a:br>
              <a:rPr lang="en-US" dirty="0"/>
            </a:br>
            <a:r>
              <a:rPr lang="en-US" dirty="0"/>
              <a:t>and/or “Transition” not being used in deck?  </a:t>
            </a:r>
            <a:br>
              <a:rPr lang="en-US" dirty="0"/>
            </a:br>
            <a:r>
              <a:rPr lang="en-US" dirty="0"/>
              <a:t>Delete from Slide Master section</a:t>
            </a:r>
          </a:p>
          <a:p>
            <a:r>
              <a:rPr lang="en-US" dirty="0"/>
              <a:t>Images and videos can increase file size; </a:t>
            </a:r>
            <a:br>
              <a:rPr lang="en-US" dirty="0"/>
            </a:br>
            <a:r>
              <a:rPr lang="en-US" dirty="0"/>
              <a:t>limit usage if smaller file size is needed</a:t>
            </a:r>
          </a:p>
          <a:p>
            <a:r>
              <a:rPr lang="en-US" dirty="0"/>
              <a:t>Check the Slide Master section for multiple templates </a:t>
            </a:r>
          </a:p>
          <a:p>
            <a:pPr lvl="1"/>
            <a:r>
              <a:rPr lang="en-US" dirty="0"/>
              <a:t>Only this template should be included </a:t>
            </a:r>
          </a:p>
          <a:p>
            <a:pPr lvl="1"/>
            <a:r>
              <a:rPr lang="en-US" dirty="0"/>
              <a:t>Delete any templates that may have transferred over from copying &amp; pasting other slide decks</a:t>
            </a:r>
          </a:p>
        </p:txBody>
      </p:sp>
      <p:sp>
        <p:nvSpPr>
          <p:cNvPr id="25" name="Text Placeholder 52">
            <a:extLst>
              <a:ext uri="{FF2B5EF4-FFF2-40B4-BE49-F238E27FC236}">
                <a16:creationId xmlns:a16="http://schemas.microsoft.com/office/drawing/2014/main" id="{029E92A6-D371-85AA-3039-1D253A735328}"/>
              </a:ext>
            </a:extLst>
          </p:cNvPr>
          <p:cNvSpPr txBox="1">
            <a:spLocks/>
          </p:cNvSpPr>
          <p:nvPr/>
        </p:nvSpPr>
        <p:spPr>
          <a:xfrm>
            <a:off x="29363253" y="11989606"/>
            <a:ext cx="5553905" cy="2203178"/>
          </a:xfrm>
          <a:prstGeom prst="rect">
            <a:avLst/>
          </a:prstGeom>
        </p:spPr>
        <p:txBody>
          <a:bodyPr anchor="ctr"/>
          <a:lstStyle>
            <a:lvl1pPr marL="1537678" indent="-1537678" algn="l" rtl="0" fontAlgn="base">
              <a:lnSpc>
                <a:spcPct val="100000"/>
              </a:lnSpc>
              <a:spcBef>
                <a:spcPts val="1615"/>
              </a:spcBef>
              <a:spcAft>
                <a:spcPct val="0"/>
              </a:spcAft>
              <a:buSzPct val="100000"/>
              <a:buFontTx/>
              <a:buBlip>
                <a:blip r:embed="rId2"/>
              </a:buBlip>
              <a:defRPr sz="12923" b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ea typeface="+mn-ea"/>
                <a:cs typeface="+mn-cs"/>
              </a:defRPr>
            </a:lvl1pPr>
            <a:lvl2pPr marL="4100468" indent="-1537678" algn="l" rtl="0" fontAlgn="base">
              <a:lnSpc>
                <a:spcPct val="100000"/>
              </a:lnSpc>
              <a:spcBef>
                <a:spcPts val="1615"/>
              </a:spcBef>
              <a:spcAft>
                <a:spcPct val="0"/>
              </a:spcAft>
              <a:buSzPct val="100000"/>
              <a:buFontTx/>
              <a:buBlip>
                <a:blip r:embed="rId2"/>
              </a:buBlip>
              <a:defRPr sz="11846" b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2pPr>
            <a:lvl3pPr marL="6150695" indent="-1267111" algn="l" rtl="0" fontAlgn="base">
              <a:spcBef>
                <a:spcPct val="20000"/>
              </a:spcBef>
              <a:spcAft>
                <a:spcPct val="0"/>
              </a:spcAft>
              <a:buSzPct val="100000"/>
              <a:buFontTx/>
              <a:buBlip>
                <a:blip r:embed="rId3"/>
              </a:buBlip>
              <a:defRPr sz="8076" b="0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7958844" indent="-102511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8974">
                <a:solidFill>
                  <a:schemeClr val="bg1"/>
                </a:solidFill>
                <a:latin typeface="+mn-lt"/>
              </a:defRPr>
            </a:lvl4pPr>
            <a:lvl5pPr marL="9496524" indent="-1025115" algn="l" rtl="0" fontAlgn="base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5pPr>
            <a:lvl6pPr marL="11546753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6pPr>
            <a:lvl7pPr marL="13596926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7pPr>
            <a:lvl8pPr marL="15647149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8pPr>
            <a:lvl9pPr marL="17697359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 defTabSz="914400">
              <a:spcAft>
                <a:spcPts val="900"/>
              </a:spcAft>
              <a:buNone/>
            </a:pPr>
            <a:r>
              <a:rPr lang="en-US" sz="2800" kern="0" dirty="0">
                <a:solidFill>
                  <a:schemeClr val="bg1"/>
                </a:solidFill>
                <a:latin typeface="+mn-lt"/>
              </a:rPr>
              <a:t>Slide types that can be deleted if not used in the deck</a:t>
            </a: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F31FAC06-5946-25B3-7442-67CD75187A03}"/>
              </a:ext>
            </a:extLst>
          </p:cNvPr>
          <p:cNvSpPr/>
          <p:nvPr/>
        </p:nvSpPr>
        <p:spPr>
          <a:xfrm>
            <a:off x="27381683" y="6527816"/>
            <a:ext cx="1622860" cy="13090855"/>
          </a:xfrm>
          <a:prstGeom prst="rightBrace">
            <a:avLst>
              <a:gd name="adj1" fmla="val 46471"/>
              <a:gd name="adj2" fmla="val 50000"/>
            </a:avLst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 Placeholder 52">
            <a:extLst>
              <a:ext uri="{FF2B5EF4-FFF2-40B4-BE49-F238E27FC236}">
                <a16:creationId xmlns:a16="http://schemas.microsoft.com/office/drawing/2014/main" id="{DEFB8F39-B2B7-556D-7AC7-F0B1784686AC}"/>
              </a:ext>
            </a:extLst>
          </p:cNvPr>
          <p:cNvSpPr txBox="1">
            <a:spLocks/>
          </p:cNvSpPr>
          <p:nvPr/>
        </p:nvSpPr>
        <p:spPr>
          <a:xfrm>
            <a:off x="27352905" y="4507507"/>
            <a:ext cx="7206135" cy="2203178"/>
          </a:xfrm>
          <a:prstGeom prst="rect">
            <a:avLst/>
          </a:prstGeom>
        </p:spPr>
        <p:txBody>
          <a:bodyPr/>
          <a:lstStyle>
            <a:lvl1pPr marL="1537678" indent="-1537678" algn="l" rtl="0" fontAlgn="base">
              <a:lnSpc>
                <a:spcPct val="100000"/>
              </a:lnSpc>
              <a:spcBef>
                <a:spcPts val="1615"/>
              </a:spcBef>
              <a:spcAft>
                <a:spcPct val="0"/>
              </a:spcAft>
              <a:buSzPct val="100000"/>
              <a:buFontTx/>
              <a:buBlip>
                <a:blip r:embed="rId2"/>
              </a:buBlip>
              <a:defRPr sz="12923" b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ea typeface="+mn-ea"/>
                <a:cs typeface="+mn-cs"/>
              </a:defRPr>
            </a:lvl1pPr>
            <a:lvl2pPr marL="4100468" indent="-1537678" algn="l" rtl="0" fontAlgn="base">
              <a:lnSpc>
                <a:spcPct val="100000"/>
              </a:lnSpc>
              <a:spcBef>
                <a:spcPts val="1615"/>
              </a:spcBef>
              <a:spcAft>
                <a:spcPct val="0"/>
              </a:spcAft>
              <a:buSzPct val="100000"/>
              <a:buFontTx/>
              <a:buBlip>
                <a:blip r:embed="rId2"/>
              </a:buBlip>
              <a:defRPr sz="11846" b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2pPr>
            <a:lvl3pPr marL="6150695" indent="-1267111" algn="l" rtl="0" fontAlgn="base">
              <a:spcBef>
                <a:spcPct val="20000"/>
              </a:spcBef>
              <a:spcAft>
                <a:spcPct val="0"/>
              </a:spcAft>
              <a:buSzPct val="100000"/>
              <a:buFontTx/>
              <a:buBlip>
                <a:blip r:embed="rId3"/>
              </a:buBlip>
              <a:defRPr sz="8076" b="0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7958844" indent="-102511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8974">
                <a:solidFill>
                  <a:schemeClr val="bg1"/>
                </a:solidFill>
                <a:latin typeface="+mn-lt"/>
              </a:defRPr>
            </a:lvl4pPr>
            <a:lvl5pPr marL="9496524" indent="-1025115" algn="l" rtl="0" fontAlgn="base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5pPr>
            <a:lvl6pPr marL="11546753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6pPr>
            <a:lvl7pPr marL="13596926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7pPr>
            <a:lvl8pPr marL="15647149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8pPr>
            <a:lvl9pPr marL="17697359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 defTabSz="914400">
              <a:spcAft>
                <a:spcPts val="900"/>
              </a:spcAft>
              <a:buNone/>
            </a:pPr>
            <a:r>
              <a:rPr lang="en-US" sz="2800" kern="0" dirty="0">
                <a:solidFill>
                  <a:schemeClr val="bg1"/>
                </a:solidFill>
                <a:latin typeface="+mn-lt"/>
              </a:rPr>
              <a:t>Click the “View” tab on the top tool bar</a:t>
            </a:r>
          </a:p>
          <a:p>
            <a:pPr marL="0" indent="0" defTabSz="914400">
              <a:spcAft>
                <a:spcPts val="900"/>
              </a:spcAft>
              <a:buNone/>
            </a:pPr>
            <a:r>
              <a:rPr lang="en-US" sz="2800" kern="0" dirty="0">
                <a:solidFill>
                  <a:schemeClr val="bg1"/>
                </a:solidFill>
                <a:latin typeface="+mn-lt"/>
              </a:rPr>
              <a:t>Then click on “Slide Master” tab</a:t>
            </a:r>
          </a:p>
        </p:txBody>
      </p:sp>
      <p:pic>
        <p:nvPicPr>
          <p:cNvPr id="28" name="Picture 27" descr="Graphical user interface, application  Description automatically generated">
            <a:extLst>
              <a:ext uri="{FF2B5EF4-FFF2-40B4-BE49-F238E27FC236}">
                <a16:creationId xmlns:a16="http://schemas.microsoft.com/office/drawing/2014/main" id="{4EF1F7BB-77E8-4BA0-EF11-15644981E7C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6" r="696"/>
          <a:stretch/>
        </p:blipFill>
        <p:spPr>
          <a:xfrm>
            <a:off x="21209781" y="1110683"/>
            <a:ext cx="14319272" cy="2769538"/>
          </a:xfrm>
          <a:prstGeom prst="rect">
            <a:avLst/>
          </a:prstGeom>
          <a:ln w="19050">
            <a:solidFill>
              <a:schemeClr val="bg2"/>
            </a:solidFill>
          </a:ln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E69C8A92-7F94-CB62-267D-98D220F69E58}"/>
              </a:ext>
            </a:extLst>
          </p:cNvPr>
          <p:cNvSpPr/>
          <p:nvPr/>
        </p:nvSpPr>
        <p:spPr>
          <a:xfrm>
            <a:off x="34244280" y="1162065"/>
            <a:ext cx="1463040" cy="627286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7685B5F-599E-3FFF-B7D4-7DF8CF98CEF6}"/>
              </a:ext>
            </a:extLst>
          </p:cNvPr>
          <p:cNvSpPr/>
          <p:nvPr/>
        </p:nvSpPr>
        <p:spPr>
          <a:xfrm>
            <a:off x="25437330" y="1692906"/>
            <a:ext cx="2977413" cy="747825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2905F83-E695-3AB5-1DEE-1A12E9B600FD}"/>
              </a:ext>
            </a:extLst>
          </p:cNvPr>
          <p:cNvCxnSpPr>
            <a:cxnSpLocks/>
          </p:cNvCxnSpPr>
          <p:nvPr/>
        </p:nvCxnSpPr>
        <p:spPr>
          <a:xfrm flipH="1">
            <a:off x="28571141" y="1788156"/>
            <a:ext cx="5673139" cy="0"/>
          </a:xfrm>
          <a:prstGeom prst="straightConnector1">
            <a:avLst/>
          </a:prstGeom>
          <a:noFill/>
          <a:ln w="44450">
            <a:solidFill>
              <a:schemeClr val="tx2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4551227-2A81-98AD-DCB0-2C7B5083DBA9}"/>
              </a:ext>
            </a:extLst>
          </p:cNvPr>
          <p:cNvCxnSpPr>
            <a:cxnSpLocks/>
          </p:cNvCxnSpPr>
          <p:nvPr/>
        </p:nvCxnSpPr>
        <p:spPr>
          <a:xfrm>
            <a:off x="26926036" y="2440731"/>
            <a:ext cx="0" cy="2286000"/>
          </a:xfrm>
          <a:prstGeom prst="straightConnector1">
            <a:avLst/>
          </a:prstGeom>
          <a:noFill/>
          <a:ln w="44450">
            <a:solidFill>
              <a:schemeClr val="tx2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31F4892-A674-40C3-62DA-7FB637B90F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38331" y="6527816"/>
            <a:ext cx="3829158" cy="1308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935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218F4AF-DE84-8142-8BF7-11293D2E159F}"/>
              </a:ext>
            </a:extLst>
          </p:cNvPr>
          <p:cNvSpPr/>
          <p:nvPr/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8F078F-A695-3BB4-801C-D142DADC10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378"/>
          <a:stretch/>
        </p:blipFill>
        <p:spPr>
          <a:xfrm>
            <a:off x="23347686" y="3388537"/>
            <a:ext cx="6009361" cy="1041510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16C5838-5B15-4295-A6AB-336C4403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Reset Slide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939F0A7-122F-B6EE-2A04-0DA625329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6896" y="6988192"/>
            <a:ext cx="15691104" cy="11345523"/>
          </a:xfrm>
        </p:spPr>
        <p:txBody>
          <a:bodyPr/>
          <a:lstStyle/>
          <a:p>
            <a:r>
              <a:rPr lang="en-US" dirty="0"/>
              <a:t>Fixes placement of text boxes</a:t>
            </a:r>
          </a:p>
          <a:p>
            <a:r>
              <a:rPr lang="en-US" dirty="0"/>
              <a:t>Adjusts font size/designation</a:t>
            </a:r>
          </a:p>
          <a:p>
            <a:r>
              <a:rPr lang="en-US" dirty="0"/>
              <a:t>For “image” (slides 23-34), it restores the outline, gradient, and text box after deleting an inserted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B602E-89EE-717F-64D9-9EB81A3A01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Restore slide to template layout</a:t>
            </a:r>
          </a:p>
          <a:p>
            <a:endParaRPr lang="en-US" dirty="0"/>
          </a:p>
        </p:txBody>
      </p:sp>
      <p:sp>
        <p:nvSpPr>
          <p:cNvPr id="19" name="Text Placeholder 52">
            <a:extLst>
              <a:ext uri="{FF2B5EF4-FFF2-40B4-BE49-F238E27FC236}">
                <a16:creationId xmlns:a16="http://schemas.microsoft.com/office/drawing/2014/main" id="{655AC496-F640-CD11-A0FB-AA2B60B20F92}"/>
              </a:ext>
            </a:extLst>
          </p:cNvPr>
          <p:cNvSpPr txBox="1">
            <a:spLocks/>
          </p:cNvSpPr>
          <p:nvPr/>
        </p:nvSpPr>
        <p:spPr>
          <a:xfrm>
            <a:off x="28091884" y="15414762"/>
            <a:ext cx="7206135" cy="2203178"/>
          </a:xfrm>
          <a:prstGeom prst="rect">
            <a:avLst/>
          </a:prstGeom>
        </p:spPr>
        <p:txBody>
          <a:bodyPr/>
          <a:lstStyle>
            <a:lvl1pPr marL="1537678" indent="-1537678" algn="l" rtl="0" fontAlgn="base">
              <a:lnSpc>
                <a:spcPct val="100000"/>
              </a:lnSpc>
              <a:spcBef>
                <a:spcPts val="1615"/>
              </a:spcBef>
              <a:spcAft>
                <a:spcPct val="0"/>
              </a:spcAft>
              <a:buSzPct val="100000"/>
              <a:buFontTx/>
              <a:buBlip>
                <a:blip r:embed="rId3"/>
              </a:buBlip>
              <a:defRPr sz="12923" b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ea typeface="+mn-ea"/>
                <a:cs typeface="+mn-cs"/>
              </a:defRPr>
            </a:lvl1pPr>
            <a:lvl2pPr marL="4100468" indent="-1537678" algn="l" rtl="0" fontAlgn="base">
              <a:lnSpc>
                <a:spcPct val="100000"/>
              </a:lnSpc>
              <a:spcBef>
                <a:spcPts val="1615"/>
              </a:spcBef>
              <a:spcAft>
                <a:spcPct val="0"/>
              </a:spcAft>
              <a:buSzPct val="100000"/>
              <a:buFontTx/>
              <a:buBlip>
                <a:blip r:embed="rId3"/>
              </a:buBlip>
              <a:defRPr sz="11846" b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2pPr>
            <a:lvl3pPr marL="6150695" indent="-1267111" algn="l" rtl="0" fontAlgn="base">
              <a:spcBef>
                <a:spcPct val="20000"/>
              </a:spcBef>
              <a:spcAft>
                <a:spcPct val="0"/>
              </a:spcAft>
              <a:buSzPct val="100000"/>
              <a:buFontTx/>
              <a:buBlip>
                <a:blip r:embed="rId4"/>
              </a:buBlip>
              <a:defRPr sz="8076" b="0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7958844" indent="-102511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8974">
                <a:solidFill>
                  <a:schemeClr val="bg1"/>
                </a:solidFill>
                <a:latin typeface="+mn-lt"/>
              </a:defRPr>
            </a:lvl4pPr>
            <a:lvl5pPr marL="9496524" indent="-1025115" algn="l" rtl="0" fontAlgn="base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5pPr>
            <a:lvl6pPr marL="11546753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6pPr>
            <a:lvl7pPr marL="13596926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7pPr>
            <a:lvl8pPr marL="15647149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8pPr>
            <a:lvl9pPr marL="17697359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 defTabSz="914400">
              <a:spcAft>
                <a:spcPts val="900"/>
              </a:spcAft>
              <a:buNone/>
            </a:pPr>
            <a:r>
              <a:rPr lang="en-US" sz="2800" kern="0" dirty="0">
                <a:solidFill>
                  <a:schemeClr val="bg1"/>
                </a:solidFill>
                <a:latin typeface="+mn-lt"/>
              </a:rPr>
              <a:t>Right click on the slide to reset</a:t>
            </a:r>
          </a:p>
          <a:p>
            <a:pPr marL="0" indent="0" defTabSz="914400">
              <a:spcAft>
                <a:spcPts val="900"/>
              </a:spcAft>
              <a:buNone/>
            </a:pPr>
            <a:r>
              <a:rPr lang="en-US" sz="2800" kern="0" dirty="0">
                <a:solidFill>
                  <a:schemeClr val="bg1"/>
                </a:solidFill>
                <a:latin typeface="+mn-lt"/>
              </a:rPr>
              <a:t>From the drop down, select “Reset Slide”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E5F7580-D708-DD51-CBF8-E975E99C2F1C}"/>
              </a:ext>
            </a:extLst>
          </p:cNvPr>
          <p:cNvCxnSpPr>
            <a:cxnSpLocks/>
          </p:cNvCxnSpPr>
          <p:nvPr/>
        </p:nvCxnSpPr>
        <p:spPr>
          <a:xfrm>
            <a:off x="27665015" y="13347986"/>
            <a:ext cx="0" cy="2286000"/>
          </a:xfrm>
          <a:prstGeom prst="straightConnector1">
            <a:avLst/>
          </a:prstGeom>
          <a:noFill/>
          <a:ln w="44450">
            <a:solidFill>
              <a:schemeClr val="tx2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D75DC06-65DA-0D55-1BE9-DB0E2FA6C5E0}"/>
              </a:ext>
            </a:extLst>
          </p:cNvPr>
          <p:cNvSpPr/>
          <p:nvPr/>
        </p:nvSpPr>
        <p:spPr>
          <a:xfrm>
            <a:off x="26176309" y="12600161"/>
            <a:ext cx="2977413" cy="747825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78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6C5838-5B15-4295-A6AB-336C44034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3012" y="2983577"/>
            <a:ext cx="19282214" cy="4937760"/>
          </a:xfrm>
        </p:spPr>
        <p:txBody>
          <a:bodyPr/>
          <a:lstStyle/>
          <a:p>
            <a:r>
              <a:rPr lang="en-US" dirty="0"/>
              <a:t>Title of Presentation Goes Here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C4E44C6-E88C-4CDE-9E6A-035AA5A6F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3012" y="7941727"/>
            <a:ext cx="19282214" cy="1703832"/>
          </a:xfrm>
        </p:spPr>
        <p:txBody>
          <a:bodyPr/>
          <a:lstStyle/>
          <a:p>
            <a:r>
              <a:rPr lang="en-US" dirty="0"/>
              <a:t>Speaker Name, Title  |  Event/Date</a:t>
            </a:r>
          </a:p>
        </p:txBody>
      </p:sp>
    </p:spTree>
    <p:extLst>
      <p:ext uri="{BB962C8B-B14F-4D97-AF65-F5344CB8AC3E}">
        <p14:creationId xmlns:p14="http://schemas.microsoft.com/office/powerpoint/2010/main" val="1887837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6C5838-5B15-4295-A6AB-336C4403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Presentation Goes Here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864752-C98B-41D5-A8F0-CAAA5ACFFA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Optional subtitle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C4E44C6-E88C-4CDE-9E6A-035AA5A6F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Bullet text (if bullet symbol is not needed, turn to “None” on “Home” tab in “Paragraph” styles)</a:t>
            </a:r>
          </a:p>
          <a:p>
            <a:pPr lvl="1"/>
            <a:r>
              <a:rPr lang="en-US" dirty="0"/>
              <a:t>Secondary bullet text 40 pt.</a:t>
            </a:r>
          </a:p>
          <a:p>
            <a:r>
              <a:rPr lang="en-US" dirty="0"/>
              <a:t>Use 44 pt. NVIDIA Sans font</a:t>
            </a:r>
          </a:p>
          <a:p>
            <a:r>
              <a:rPr lang="en-US" dirty="0"/>
              <a:t>Keep points short and informative</a:t>
            </a:r>
          </a:p>
          <a:p>
            <a:r>
              <a:rPr lang="en-US" dirty="0"/>
              <a:t>Example of</a:t>
            </a:r>
            <a:r>
              <a:rPr lang="en-US" b="1" dirty="0">
                <a:solidFill>
                  <a:schemeClr val="tx2"/>
                </a:solidFill>
              </a:rPr>
              <a:t> highlighted </a:t>
            </a:r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3149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6C5838-5B15-4295-A6AB-336C4403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NVIDIA Confidential Slide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864752-C98B-41D5-A8F0-CAAA5ACFFA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Optional subtitle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C4E44C6-E88C-4CDE-9E6A-035AA5A6F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Bullet text (if bullet symbol is not needed, turn to “None” on “Home” tab in “Paragraph” styles)</a:t>
            </a:r>
          </a:p>
          <a:p>
            <a:pPr lvl="1"/>
            <a:r>
              <a:rPr lang="en-US" dirty="0"/>
              <a:t>Secondary bullet text 40 pt.</a:t>
            </a:r>
          </a:p>
          <a:p>
            <a:r>
              <a:rPr lang="en-US" dirty="0"/>
              <a:t>Use 44 pt. NVIDIA Sans font</a:t>
            </a:r>
          </a:p>
          <a:p>
            <a:r>
              <a:rPr lang="en-US" dirty="0"/>
              <a:t>Keep points short and informative</a:t>
            </a:r>
          </a:p>
          <a:p>
            <a:r>
              <a:rPr lang="en-US" dirty="0"/>
              <a:t>Example of </a:t>
            </a:r>
            <a:r>
              <a:rPr lang="en-US" b="1" dirty="0">
                <a:solidFill>
                  <a:schemeClr val="tx2"/>
                </a:solidFill>
              </a:rPr>
              <a:t>highlighted</a:t>
            </a:r>
            <a:r>
              <a:rPr lang="en-US" dirty="0"/>
              <a:t> text</a:t>
            </a:r>
          </a:p>
        </p:txBody>
      </p:sp>
    </p:spTree>
    <p:extLst>
      <p:ext uri="{BB962C8B-B14F-4D97-AF65-F5344CB8AC3E}">
        <p14:creationId xmlns:p14="http://schemas.microsoft.com/office/powerpoint/2010/main" val="335108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6C5838-5B15-4295-A6AB-336C4403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Titles Are “Title Case”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864752-C98B-41D5-A8F0-CAAA5ACFFA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Subtitles are “sentence case”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C4E44C6-E88C-4CDE-9E6A-035AA5A6F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Title Case:</a:t>
            </a:r>
            <a:br>
              <a:rPr lang="en-US" dirty="0"/>
            </a:br>
            <a:r>
              <a:rPr lang="en-US" dirty="0"/>
              <a:t>All major words are capitalized, while minor words are lowercase in AP style</a:t>
            </a:r>
          </a:p>
          <a:p>
            <a:pPr lvl="1"/>
            <a:r>
              <a:rPr lang="en-US" dirty="0">
                <a:latin typeface="+mn-lt"/>
              </a:rPr>
              <a:t>H</a:t>
            </a:r>
            <a:r>
              <a:rPr lang="en-US" b="0" i="0" dirty="0">
                <a:effectLst/>
                <a:latin typeface="+mn-lt"/>
              </a:rPr>
              <a:t>elpful casing tool: </a:t>
            </a:r>
            <a:r>
              <a:rPr lang="en-US" b="0" i="0" u="none" strike="noStrike" dirty="0">
                <a:effectLst/>
                <a:latin typeface="+mn-lt"/>
                <a:hlinkClick r:id="rId3"/>
              </a:rPr>
              <a:t>https://headlinecapitalization.com</a:t>
            </a:r>
            <a:endParaRPr lang="en-US" dirty="0"/>
          </a:p>
          <a:p>
            <a:r>
              <a:rPr lang="en-US" b="1" dirty="0">
                <a:solidFill>
                  <a:schemeClr val="tx2"/>
                </a:solidFill>
              </a:rPr>
              <a:t>Sentence case: </a:t>
            </a:r>
            <a:br>
              <a:rPr lang="en-US" dirty="0"/>
            </a:br>
            <a:r>
              <a:rPr lang="en-US" dirty="0"/>
              <a:t>Only the first word of a sentence and proper nouns are capitalized, with the rest of the words in lowercase</a:t>
            </a:r>
          </a:p>
        </p:txBody>
      </p:sp>
    </p:spTree>
    <p:extLst>
      <p:ext uri="{BB962C8B-B14F-4D97-AF65-F5344CB8AC3E}">
        <p14:creationId xmlns:p14="http://schemas.microsoft.com/office/powerpoint/2010/main" val="3169904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6C5838-5B15-4295-A6AB-336C4403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Column Layout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864752-C98B-41D5-A8F0-CAAA5ACFFA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4600" y="2487613"/>
            <a:ext cx="31546800" cy="1408112"/>
          </a:xfrm>
        </p:spPr>
        <p:txBody>
          <a:bodyPr/>
          <a:lstStyle/>
          <a:p>
            <a:r>
              <a:rPr lang="en-US" dirty="0"/>
              <a:t>Optional subtitle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C4E44C6-E88C-4CDE-9E6A-035AA5A6F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15216188" cy="13650912"/>
          </a:xfrm>
        </p:spPr>
        <p:txBody>
          <a:bodyPr/>
          <a:lstStyle/>
          <a:p>
            <a:r>
              <a:rPr lang="en-US" dirty="0"/>
              <a:t>Text goes here</a:t>
            </a:r>
          </a:p>
          <a:p>
            <a:pPr lvl="1"/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D6C8F2F-F8D5-4F1B-AD56-4F0F3FC9B01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8845213" y="4846638"/>
            <a:ext cx="15216187" cy="13650912"/>
          </a:xfrm>
        </p:spPr>
        <p:txBody>
          <a:bodyPr/>
          <a:lstStyle/>
          <a:p>
            <a:r>
              <a:rPr lang="en-US" dirty="0"/>
              <a:t>Text goes here</a:t>
            </a:r>
          </a:p>
          <a:p>
            <a:pPr lvl="1"/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425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6C5838-5B15-4295-A6AB-336C4403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NVIDIA Confidential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864752-C98B-41D5-A8F0-CAAA5ACFFA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4600" y="2487613"/>
            <a:ext cx="31546800" cy="1408112"/>
          </a:xfrm>
        </p:spPr>
        <p:txBody>
          <a:bodyPr/>
          <a:lstStyle/>
          <a:p>
            <a:r>
              <a:rPr lang="en-US" dirty="0"/>
              <a:t>Two column layout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C4E44C6-E88C-4CDE-9E6A-035AA5A6F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15216188" cy="13650912"/>
          </a:xfrm>
        </p:spPr>
        <p:txBody>
          <a:bodyPr/>
          <a:lstStyle/>
          <a:p>
            <a:r>
              <a:rPr lang="en-US" dirty="0"/>
              <a:t>Text goes here</a:t>
            </a:r>
          </a:p>
          <a:p>
            <a:pPr lvl="1"/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D6C8F2F-F8D5-4F1B-AD56-4F0F3FC9B01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8845213" y="4846638"/>
            <a:ext cx="15216187" cy="13650912"/>
          </a:xfrm>
        </p:spPr>
        <p:txBody>
          <a:bodyPr/>
          <a:lstStyle/>
          <a:p>
            <a:r>
              <a:rPr lang="en-US" dirty="0"/>
              <a:t>Text goes here</a:t>
            </a:r>
          </a:p>
          <a:p>
            <a:pPr lvl="1"/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543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6C5838-5B15-4295-A6AB-336C4403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Font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C4E44C6-E88C-4CDE-9E6A-035AA5A6F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73625"/>
            <a:ext cx="16484600" cy="13652500"/>
          </a:xfrm>
        </p:spPr>
        <p:txBody>
          <a:bodyPr/>
          <a:lstStyle/>
          <a:p>
            <a:r>
              <a:rPr lang="en-US" dirty="0"/>
              <a:t>Use 44 pt. </a:t>
            </a:r>
            <a:r>
              <a:rPr lang="en-US" dirty="0" err="1"/>
              <a:t>RobotoMono</a:t>
            </a:r>
            <a:r>
              <a:rPr lang="en-US" dirty="0"/>
              <a:t> font</a:t>
            </a:r>
          </a:p>
          <a:p>
            <a:r>
              <a:rPr lang="en-US" dirty="0"/>
              <a:t>Download the </a:t>
            </a:r>
            <a:r>
              <a:rPr lang="en-US" dirty="0" err="1"/>
              <a:t>RobotoMono</a:t>
            </a:r>
            <a:r>
              <a:rPr lang="en-US" dirty="0"/>
              <a:t> font folder: </a:t>
            </a:r>
            <a:r>
              <a:rPr lang="en-US" dirty="0">
                <a:hlinkClick r:id="rId2"/>
              </a:rPr>
              <a:t>https://github.com/googlefonts/RobotoMono</a:t>
            </a:r>
            <a:endParaRPr lang="en-US" dirty="0"/>
          </a:p>
          <a:p>
            <a:endParaRPr lang="en-US" dirty="0"/>
          </a:p>
          <a:p>
            <a:r>
              <a:rPr lang="en-US" dirty="0"/>
              <a:t>Text should look like this after install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864752-C98B-41D5-A8F0-CAAA5ACFFA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4600" y="2487613"/>
            <a:ext cx="31546800" cy="1408112"/>
          </a:xfrm>
        </p:spPr>
        <p:txBody>
          <a:bodyPr/>
          <a:lstStyle/>
          <a:p>
            <a:r>
              <a:rPr lang="en-US" dirty="0"/>
              <a:t>Coding subtitle</a:t>
            </a:r>
          </a:p>
        </p:txBody>
      </p:sp>
      <p:sp>
        <p:nvSpPr>
          <p:cNvPr id="5" name="Text Placeholder 52">
            <a:extLst>
              <a:ext uri="{FF2B5EF4-FFF2-40B4-BE49-F238E27FC236}">
                <a16:creationId xmlns:a16="http://schemas.microsoft.com/office/drawing/2014/main" id="{76DDEF48-1D81-E07A-FEF0-EA5C8D648D3A}"/>
              </a:ext>
            </a:extLst>
          </p:cNvPr>
          <p:cNvSpPr txBox="1">
            <a:spLocks/>
          </p:cNvSpPr>
          <p:nvPr/>
        </p:nvSpPr>
        <p:spPr>
          <a:xfrm>
            <a:off x="18747170" y="16668795"/>
            <a:ext cx="15975755" cy="2481928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txBody>
          <a:bodyPr lIns="365760" tIns="365760" rIns="365760" bIns="365760" anchor="ctr"/>
          <a:lstStyle>
            <a:lvl1pPr marL="1537678" indent="-1537678" algn="l" rtl="0" fontAlgn="base">
              <a:lnSpc>
                <a:spcPct val="100000"/>
              </a:lnSpc>
              <a:spcBef>
                <a:spcPts val="1615"/>
              </a:spcBef>
              <a:spcAft>
                <a:spcPct val="0"/>
              </a:spcAft>
              <a:buSzPct val="100000"/>
              <a:buFontTx/>
              <a:buBlip>
                <a:blip r:embed="rId3"/>
              </a:buBlip>
              <a:defRPr sz="12923" b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ea typeface="+mn-ea"/>
                <a:cs typeface="+mn-cs"/>
              </a:defRPr>
            </a:lvl1pPr>
            <a:lvl2pPr marL="4100468" indent="-1537678" algn="l" rtl="0" fontAlgn="base">
              <a:lnSpc>
                <a:spcPct val="100000"/>
              </a:lnSpc>
              <a:spcBef>
                <a:spcPts val="1615"/>
              </a:spcBef>
              <a:spcAft>
                <a:spcPct val="0"/>
              </a:spcAft>
              <a:buSzPct val="100000"/>
              <a:buFontTx/>
              <a:buBlip>
                <a:blip r:embed="rId3"/>
              </a:buBlip>
              <a:defRPr sz="11846" b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2pPr>
            <a:lvl3pPr marL="6150695" indent="-1267111" algn="l" rtl="0" fontAlgn="base">
              <a:spcBef>
                <a:spcPct val="20000"/>
              </a:spcBef>
              <a:spcAft>
                <a:spcPct val="0"/>
              </a:spcAft>
              <a:buSzPct val="100000"/>
              <a:buFontTx/>
              <a:buBlip>
                <a:blip r:embed="rId4"/>
              </a:buBlip>
              <a:defRPr sz="8076" b="0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7958844" indent="-102511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8974">
                <a:solidFill>
                  <a:schemeClr val="bg1"/>
                </a:solidFill>
                <a:latin typeface="+mn-lt"/>
              </a:defRPr>
            </a:lvl4pPr>
            <a:lvl5pPr marL="9496524" indent="-1025115" algn="l" rtl="0" fontAlgn="base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5pPr>
            <a:lvl6pPr marL="11546753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6pPr>
            <a:lvl7pPr marL="13596926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7pPr>
            <a:lvl8pPr marL="15647149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8pPr>
            <a:lvl9pPr marL="17697359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 defTabSz="914400">
              <a:buNone/>
            </a:pPr>
            <a:r>
              <a:rPr lang="en-US" sz="4400" kern="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 Medium" panose="020B0603020203020204" pitchFamily="34" charset="0"/>
              </a:rPr>
              <a:t>NOTE: </a:t>
            </a:r>
            <a:br>
              <a:rPr lang="en-US" sz="4400" kern="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 Medium" panose="020B0603020203020204" pitchFamily="34" charset="0"/>
              </a:rPr>
            </a:br>
            <a:r>
              <a:rPr lang="en-US" sz="4400" kern="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 Medium" panose="020B0603020203020204" pitchFamily="34" charset="0"/>
              </a:rPr>
              <a:t>Download ZIP, Install TTF fonts, Restart PPT</a:t>
            </a:r>
            <a:endParaRPr lang="en-US" sz="4400" u="sng" kern="0" dirty="0">
              <a:solidFill>
                <a:schemeClr val="bg1"/>
              </a:solidFill>
              <a:latin typeface="Roboto Mono" panose="00000009000000000000" pitchFamily="49" charset="0"/>
              <a:ea typeface="Roboto Mono" panose="00000009000000000000" pitchFamily="49" charset="0"/>
              <a:cs typeface="NVIDIA Sans Medium" panose="020B0603020203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33DE327-A358-8748-161F-63F31DEA3EFE}"/>
              </a:ext>
            </a:extLst>
          </p:cNvPr>
          <p:cNvGrpSpPr/>
          <p:nvPr/>
        </p:nvGrpSpPr>
        <p:grpSpPr>
          <a:xfrm>
            <a:off x="16752703" y="4873752"/>
            <a:ext cx="18219604" cy="10715660"/>
            <a:chOff x="16752703" y="4873752"/>
            <a:chExt cx="18219604" cy="1071566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3A06EF6-2C7A-42DA-004A-3514424886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1121"/>
            <a:stretch/>
          </p:blipFill>
          <p:spPr>
            <a:xfrm>
              <a:off x="18747171" y="4873752"/>
              <a:ext cx="15975755" cy="10715660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D6A2595-745A-7FC4-EB57-4B4D7383E122}"/>
                </a:ext>
              </a:extLst>
            </p:cNvPr>
            <p:cNvGrpSpPr/>
            <p:nvPr/>
          </p:nvGrpSpPr>
          <p:grpSpPr>
            <a:xfrm>
              <a:off x="16752703" y="7294278"/>
              <a:ext cx="18219604" cy="6317814"/>
              <a:chOff x="16752703" y="7294278"/>
              <a:chExt cx="18219604" cy="631781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FCE0003-B11B-49D5-84F6-8626132AF65A}"/>
                  </a:ext>
                </a:extLst>
              </p:cNvPr>
              <p:cNvSpPr/>
              <p:nvPr/>
            </p:nvSpPr>
            <p:spPr>
              <a:xfrm>
                <a:off x="28142612" y="12864267"/>
                <a:ext cx="2610104" cy="747825"/>
              </a:xfrm>
              <a:prstGeom prst="rect">
                <a:avLst/>
              </a:prstGeom>
              <a:noFill/>
              <a:ln w="444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 lang="en-US" sz="4000" dirty="0" err="1">
                  <a:solidFill>
                    <a:schemeClr val="tx1"/>
                  </a:solidFill>
                  <a:latin typeface="NVIDIA Sans" panose="020B0503020203020204" pitchFamily="34" charset="0"/>
                </a:endParaRP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F84E6A0F-2810-C458-D20A-A24054043C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52703" y="7294278"/>
                <a:ext cx="0" cy="930874"/>
              </a:xfrm>
              <a:prstGeom prst="straightConnector1">
                <a:avLst/>
              </a:prstGeom>
              <a:noFill/>
              <a:ln w="44450">
                <a:solidFill>
                  <a:schemeClr val="tx2"/>
                </a:solidFill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59BDBDAA-6B36-BB57-1BBA-BE14340CD0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990064" y="13234012"/>
                <a:ext cx="2971071" cy="0"/>
              </a:xfrm>
              <a:prstGeom prst="straightConnector1">
                <a:avLst/>
              </a:prstGeom>
              <a:noFill/>
              <a:ln w="44450">
                <a:solidFill>
                  <a:schemeClr val="tx2"/>
                </a:solidFill>
                <a:headEnd type="arrow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858F0CD-59B4-920B-CB3F-AF84EACFC833}"/>
                  </a:ext>
                </a:extLst>
              </p:cNvPr>
              <p:cNvSpPr/>
              <p:nvPr/>
            </p:nvSpPr>
            <p:spPr>
              <a:xfrm>
                <a:off x="32797738" y="8148893"/>
                <a:ext cx="2174569" cy="747825"/>
              </a:xfrm>
              <a:prstGeom prst="rect">
                <a:avLst/>
              </a:prstGeom>
              <a:noFill/>
              <a:ln w="444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 lang="en-US" sz="4000" dirty="0" err="1">
                  <a:solidFill>
                    <a:schemeClr val="tx1"/>
                  </a:solidFill>
                  <a:latin typeface="NVIDIA Sans" panose="020B0503020203020204" pitchFamily="34" charset="0"/>
                </a:endParaRP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F1B5B0F-378D-EF10-2ED0-C9B79CF900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52703" y="8204311"/>
                <a:ext cx="15805479" cy="0"/>
              </a:xfrm>
              <a:prstGeom prst="straightConnector1">
                <a:avLst/>
              </a:prstGeom>
              <a:noFill/>
              <a:ln w="44450">
                <a:solidFill>
                  <a:schemeClr val="tx2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06CCEC6A-88C3-32A2-2F75-1F13641261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37808" y="8896718"/>
                <a:ext cx="0" cy="4337294"/>
              </a:xfrm>
              <a:prstGeom prst="straightConnector1">
                <a:avLst/>
              </a:prstGeom>
              <a:noFill/>
              <a:ln w="44450">
                <a:solidFill>
                  <a:schemeClr val="tx2"/>
                </a:solidFill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02EFA8C-E48D-222D-F340-BE86BE11A634}"/>
              </a:ext>
            </a:extLst>
          </p:cNvPr>
          <p:cNvSpPr txBox="1"/>
          <p:nvPr/>
        </p:nvSpPr>
        <p:spPr>
          <a:xfrm>
            <a:off x="3048000" y="9896312"/>
            <a:ext cx="5121915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rPr>
              <a:t>IMAGE FOR COMPARISON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404835-2C81-D606-2FF1-D3E25B2C71C9}"/>
              </a:ext>
            </a:extLst>
          </p:cNvPr>
          <p:cNvSpPr/>
          <p:nvPr/>
        </p:nvSpPr>
        <p:spPr>
          <a:xfrm>
            <a:off x="3048000" y="15589412"/>
            <a:ext cx="11055927" cy="3561311"/>
          </a:xfrm>
          <a:prstGeom prst="rect">
            <a:avLst/>
          </a:prstGeom>
          <a:solidFill>
            <a:schemeClr val="tx2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 rIns="45720" bIns="9144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// Functions that do amazing things</a:t>
            </a:r>
          </a:p>
          <a:p>
            <a:pPr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// are totally worth presenting! </a:t>
            </a:r>
          </a:p>
          <a:p>
            <a:pPr>
              <a:lnSpc>
                <a:spcPct val="90000"/>
              </a:lnSpc>
            </a:pPr>
            <a:r>
              <a:rPr lang="en-US" sz="3600" dirty="0" err="1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func</a:t>
            </a:r>
            <a:r>
              <a:rPr lang="en-US" sz="36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 int code&lt;blah&gt; </a:t>
            </a:r>
          </a:p>
          <a:p>
            <a:pPr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	int </a:t>
            </a:r>
            <a:r>
              <a:rPr lang="en-US" sz="3600" dirty="0" err="1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</a:t>
            </a:r>
            <a:r>
              <a:rPr lang="en-US" sz="36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 = 123;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AAB8B3-9DE7-0CA5-F039-D4A6E63C59F4}"/>
              </a:ext>
            </a:extLst>
          </p:cNvPr>
          <p:cNvSpPr txBox="1"/>
          <p:nvPr/>
        </p:nvSpPr>
        <p:spPr>
          <a:xfrm>
            <a:off x="3048000" y="14765448"/>
            <a:ext cx="2406428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rPr>
              <a:t>LIVE TEXT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CDEF0CD-0C95-F5FD-3A29-58B34D9B35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10720276"/>
            <a:ext cx="11094720" cy="360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34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6C5838-5B15-4295-A6AB-336C4403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NVIDIA Confidential Slide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C4E44C6-E88C-4CDE-9E6A-035AA5A6F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73625"/>
            <a:ext cx="31546800" cy="13652500"/>
          </a:xfrm>
        </p:spPr>
        <p:txBody>
          <a:bodyPr/>
          <a:lstStyle/>
          <a:p>
            <a:r>
              <a:rPr lang="en-US" dirty="0">
                <a:solidFill>
                  <a:srgbClr val="FAC200"/>
                </a:solidFill>
              </a:rPr>
              <a:t>&lt;!DOCTYPE html&gt;</a:t>
            </a:r>
            <a:br>
              <a:rPr lang="en-US" dirty="0"/>
            </a:br>
            <a:r>
              <a:rPr lang="en-US" dirty="0"/>
              <a:t>&lt;html&gt;</a:t>
            </a:r>
            <a:br>
              <a:rPr lang="en-US" dirty="0"/>
            </a:br>
            <a:r>
              <a:rPr lang="en-US" dirty="0"/>
              <a:t>	&lt;head&gt;</a:t>
            </a:r>
            <a:br>
              <a:rPr lang="en-US" dirty="0"/>
            </a:br>
            <a:r>
              <a:rPr lang="en-US" dirty="0"/>
              <a:t>		&lt;title&gt;Example&lt;/title&gt;</a:t>
            </a:r>
            <a:br>
              <a:rPr lang="en-US" dirty="0"/>
            </a:br>
            <a:r>
              <a:rPr lang="en-US" dirty="0"/>
              <a:t>		&lt;link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rel</a:t>
            </a:r>
            <a:r>
              <a:rPr lang="en-US" dirty="0"/>
              <a:t>=</a:t>
            </a:r>
            <a:r>
              <a:rPr lang="en-US" dirty="0">
                <a:solidFill>
                  <a:srgbClr val="FF0000"/>
                </a:solidFill>
              </a:rPr>
              <a:t>“stylesheet”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href</a:t>
            </a:r>
            <a:r>
              <a:rPr lang="en-US" dirty="0"/>
              <a:t>=</a:t>
            </a:r>
            <a:r>
              <a:rPr lang="en-US" dirty="0">
                <a:solidFill>
                  <a:srgbClr val="FF0000"/>
                </a:solidFill>
              </a:rPr>
              <a:t>“stylesheet”</a:t>
            </a:r>
            <a:br>
              <a:rPr lang="en-US" dirty="0"/>
            </a:br>
            <a:r>
              <a:rPr lang="en-US" dirty="0"/>
              <a:t>	&lt;/head&gt;</a:t>
            </a:r>
            <a:br>
              <a:rPr lang="en-US" dirty="0"/>
            </a:br>
            <a:r>
              <a:rPr lang="en-US" dirty="0"/>
              <a:t>	&lt;body&gt;</a:t>
            </a:r>
            <a:br>
              <a:rPr lang="en-US" dirty="0"/>
            </a:br>
            <a:r>
              <a:rPr lang="en-US" dirty="0"/>
              <a:t>		&lt;h1&gt;</a:t>
            </a:r>
            <a:br>
              <a:rPr lang="en-US" dirty="0"/>
            </a:br>
            <a:r>
              <a:rPr lang="en-US" dirty="0"/>
              <a:t>		&lt;nav&gt;</a:t>
            </a:r>
            <a:br>
              <a:rPr lang="en-US" dirty="0"/>
            </a:br>
            <a:r>
              <a:rPr lang="en-US" dirty="0"/>
              <a:t>			&lt;a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href</a:t>
            </a:r>
            <a:r>
              <a:rPr lang="en-US" dirty="0"/>
              <a:t>=</a:t>
            </a:r>
            <a:r>
              <a:rPr lang="en-US" dirty="0">
                <a:solidFill>
                  <a:srgbClr val="FF0000"/>
                </a:solidFill>
              </a:rPr>
              <a:t>“one/”</a:t>
            </a:r>
            <a:r>
              <a:rPr lang="en-US" dirty="0"/>
              <a:t>&gt;One&lt;/a&gt;</a:t>
            </a:r>
            <a:br>
              <a:rPr lang="en-US" dirty="0"/>
            </a:br>
            <a:r>
              <a:rPr lang="en-US" dirty="0"/>
              <a:t>			&lt;a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href</a:t>
            </a:r>
            <a:r>
              <a:rPr lang="en-US" dirty="0"/>
              <a:t>=</a:t>
            </a:r>
            <a:r>
              <a:rPr lang="en-US" dirty="0">
                <a:solidFill>
                  <a:srgbClr val="FF0000"/>
                </a:solidFill>
              </a:rPr>
              <a:t>“two/”</a:t>
            </a:r>
            <a:r>
              <a:rPr lang="en-US" dirty="0"/>
              <a:t>&gt;Two&lt;/a&gt;</a:t>
            </a:r>
            <a:br>
              <a:rPr lang="en-US" dirty="0"/>
            </a:br>
            <a:r>
              <a:rPr lang="en-US" dirty="0"/>
              <a:t>			&lt;a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href</a:t>
            </a:r>
            <a:r>
              <a:rPr lang="en-US" dirty="0"/>
              <a:t>=</a:t>
            </a:r>
            <a:r>
              <a:rPr lang="en-US" dirty="0">
                <a:solidFill>
                  <a:srgbClr val="FF0000"/>
                </a:solidFill>
              </a:rPr>
              <a:t>“three/”</a:t>
            </a:r>
            <a:r>
              <a:rPr lang="en-US" dirty="0"/>
              <a:t>&gt;Three&lt;/a&gt;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864752-C98B-41D5-A8F0-CAAA5ACFFA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4600" y="2487613"/>
            <a:ext cx="31546800" cy="1408112"/>
          </a:xfrm>
        </p:spPr>
        <p:txBody>
          <a:bodyPr/>
          <a:lstStyle/>
          <a:p>
            <a:r>
              <a:rPr lang="en-US" dirty="0"/>
              <a:t>Example code slide</a:t>
            </a:r>
          </a:p>
        </p:txBody>
      </p:sp>
    </p:spTree>
    <p:extLst>
      <p:ext uri="{BB962C8B-B14F-4D97-AF65-F5344CB8AC3E}">
        <p14:creationId xmlns:p14="http://schemas.microsoft.com/office/powerpoint/2010/main" val="187537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8E0B866-8D5C-ABB7-396A-E5AC69D40BD8}"/>
              </a:ext>
            </a:extLst>
          </p:cNvPr>
          <p:cNvGraphicFramePr>
            <a:graphicFrameLocks noGrp="1"/>
          </p:cNvGraphicFramePr>
          <p:nvPr/>
        </p:nvGraphicFramePr>
        <p:xfrm>
          <a:off x="18651265" y="7034764"/>
          <a:ext cx="15895909" cy="8981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8254">
                  <a:extLst>
                    <a:ext uri="{9D8B030D-6E8A-4147-A177-3AD203B41FA5}">
                      <a16:colId xmlns:a16="http://schemas.microsoft.com/office/drawing/2014/main" val="2906691046"/>
                    </a:ext>
                  </a:extLst>
                </a:gridCol>
                <a:gridCol w="14907655">
                  <a:extLst>
                    <a:ext uri="{9D8B030D-6E8A-4147-A177-3AD203B41FA5}">
                      <a16:colId xmlns:a16="http://schemas.microsoft.com/office/drawing/2014/main" val="3388937594"/>
                    </a:ext>
                  </a:extLst>
                </a:gridCol>
              </a:tblGrid>
              <a:tr h="1796218">
                <a:tc>
                  <a:txBody>
                    <a:bodyPr/>
                    <a:lstStyle/>
                    <a:p>
                      <a:pPr marL="0" indent="0" algn="l">
                        <a:buFont typeface="NVIDIA Sans" panose="020B0503020203020204" pitchFamily="34" charset="0"/>
                        <a:buNone/>
                      </a:pPr>
                      <a:r>
                        <a:rPr lang="en-US" sz="5400" b="0" dirty="0">
                          <a:solidFill>
                            <a:schemeClr val="tx2"/>
                          </a:solidFill>
                          <a:latin typeface="NVIDIA Sans Light" panose="020B0303020203020204" pitchFamily="34" charset="0"/>
                          <a:cs typeface="NVIDIA Sans Light" panose="020B0303020203020204" pitchFamily="34" charset="0"/>
                        </a:rPr>
                        <a:t>•</a:t>
                      </a: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Clr>
                          <a:srgbClr val="B6A56F"/>
                        </a:buClr>
                        <a:buSzPct val="120000"/>
                        <a:buFontTx/>
                        <a:buNone/>
                      </a:pPr>
                      <a:r>
                        <a:rPr lang="en-US" sz="40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Text goes here; can be more than one line</a:t>
                      </a:r>
                    </a:p>
                  </a:txBody>
                  <a:tcPr marL="0" marR="3657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958080"/>
                  </a:ext>
                </a:extLst>
              </a:tr>
              <a:tr h="1796218">
                <a:tc>
                  <a:txBody>
                    <a:bodyPr/>
                    <a:lstStyle/>
                    <a:p>
                      <a:pPr marL="0" indent="0" algn="l">
                        <a:buFont typeface="NVIDIA Sans" panose="020B0503020203020204" pitchFamily="34" charset="0"/>
                        <a:buNone/>
                      </a:pPr>
                      <a:r>
                        <a:rPr lang="en-US" sz="5400" dirty="0">
                          <a:solidFill>
                            <a:schemeClr val="tx2"/>
                          </a:solidFill>
                          <a:latin typeface="NVIDIA Sans Light" panose="020B0303020203020204" pitchFamily="34" charset="0"/>
                          <a:cs typeface="NVIDIA Sans Light" panose="020B0303020203020204" pitchFamily="34" charset="0"/>
                        </a:rPr>
                        <a:t>•</a:t>
                      </a:r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743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A56F"/>
                        </a:buClr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en-US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VIDIA Sans Medium" panose="020B0603020203020204" pitchFamily="34" charset="0"/>
                          <a:ea typeface="+mn-ea"/>
                          <a:cs typeface="NVIDIA Sans Medium" panose="020B0603020203020204" pitchFamily="34" charset="0"/>
                        </a:rPr>
                        <a:t>Text goes here; can be more than one line</a:t>
                      </a:r>
                    </a:p>
                  </a:txBody>
                  <a:tcPr marL="0" marR="3657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812821"/>
                  </a:ext>
                </a:extLst>
              </a:tr>
              <a:tr h="1796218">
                <a:tc>
                  <a:txBody>
                    <a:bodyPr/>
                    <a:lstStyle/>
                    <a:p>
                      <a:pPr marL="0" indent="0" algn="l">
                        <a:buFont typeface="NVIDIA Sans" panose="020B0503020203020204" pitchFamily="34" charset="0"/>
                        <a:buNone/>
                      </a:pPr>
                      <a:r>
                        <a:rPr lang="en-US" sz="5400" dirty="0">
                          <a:solidFill>
                            <a:schemeClr val="tx2"/>
                          </a:solidFill>
                          <a:latin typeface="NVIDIA Sans Light" panose="020B0303020203020204" pitchFamily="34" charset="0"/>
                          <a:cs typeface="NVIDIA Sans Light" panose="020B0303020203020204" pitchFamily="34" charset="0"/>
                        </a:rPr>
                        <a:t>•</a:t>
                      </a:r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743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A56F"/>
                        </a:buClr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en-US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VIDIA Sans Medium" panose="020B0603020203020204" pitchFamily="34" charset="0"/>
                          <a:ea typeface="+mn-ea"/>
                          <a:cs typeface="NVIDIA Sans Medium" panose="020B0603020203020204" pitchFamily="34" charset="0"/>
                        </a:rPr>
                        <a:t>Text goes here; can be more than one line</a:t>
                      </a:r>
                    </a:p>
                  </a:txBody>
                  <a:tcPr marL="0" marR="3657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311925"/>
                  </a:ext>
                </a:extLst>
              </a:tr>
              <a:tr h="1796218">
                <a:tc>
                  <a:txBody>
                    <a:bodyPr/>
                    <a:lstStyle/>
                    <a:p>
                      <a:pPr algn="l"/>
                      <a:r>
                        <a:rPr lang="en-US" sz="5400" dirty="0">
                          <a:solidFill>
                            <a:schemeClr val="tx2"/>
                          </a:solidFill>
                          <a:latin typeface="NVIDIA Sans Light" panose="020B0303020203020204" pitchFamily="34" charset="0"/>
                          <a:cs typeface="NVIDIA Sans Light" panose="020B0303020203020204" pitchFamily="34" charset="0"/>
                        </a:rPr>
                        <a:t>•</a:t>
                      </a:r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743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A56F"/>
                        </a:buClr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en-US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VIDIA Sans Medium" panose="020B0603020203020204" pitchFamily="34" charset="0"/>
                          <a:ea typeface="+mn-ea"/>
                          <a:cs typeface="NVIDIA Sans Medium" panose="020B0603020203020204" pitchFamily="34" charset="0"/>
                        </a:rPr>
                        <a:t>Text goes here; can be more than one line</a:t>
                      </a:r>
                    </a:p>
                  </a:txBody>
                  <a:tcPr marL="0" marR="3657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270836"/>
                  </a:ext>
                </a:extLst>
              </a:tr>
              <a:tr h="1796218">
                <a:tc>
                  <a:txBody>
                    <a:bodyPr/>
                    <a:lstStyle/>
                    <a:p>
                      <a:pPr algn="l"/>
                      <a:r>
                        <a:rPr lang="en-US" sz="5400" dirty="0">
                          <a:solidFill>
                            <a:schemeClr val="tx2"/>
                          </a:solidFill>
                          <a:latin typeface="NVIDIA Sans Light" panose="020B0303020203020204" pitchFamily="34" charset="0"/>
                          <a:cs typeface="NVIDIA Sans Light" panose="020B0303020203020204" pitchFamily="34" charset="0"/>
                        </a:rPr>
                        <a:t>•</a:t>
                      </a:r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743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A56F"/>
                        </a:buClr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en-US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VIDIA Sans Medium" panose="020B0603020203020204" pitchFamily="34" charset="0"/>
                          <a:ea typeface="+mn-ea"/>
                          <a:cs typeface="NVIDIA Sans Medium" panose="020B0603020203020204" pitchFamily="34" charset="0"/>
                        </a:rPr>
                        <a:t>Text goes here; can be more than one line</a:t>
                      </a:r>
                    </a:p>
                  </a:txBody>
                  <a:tcPr marL="0" marR="3657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374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743F418-8875-D8F7-3CC1-B6DE2F73A307}"/>
              </a:ext>
            </a:extLst>
          </p:cNvPr>
          <p:cNvSpPr txBox="1"/>
          <p:nvPr/>
        </p:nvSpPr>
        <p:spPr>
          <a:xfrm>
            <a:off x="19524558" y="5114484"/>
            <a:ext cx="11248985" cy="156966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" panose="020B0503020203020204" pitchFamily="34" charset="0"/>
                <a:cs typeface="NVIDIA Sans" panose="020B05030202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275743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E1C53-6D95-49CE-961E-887F48272D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— </a:t>
            </a:r>
            <a:r>
              <a:rPr lang="fr-FR" dirty="0" err="1"/>
              <a:t>Quote</a:t>
            </a:r>
            <a:r>
              <a:rPr lang="fr-FR" dirty="0"/>
              <a:t> Source, NVIDIA Sans Italic 44 pt.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92FD2-6CB7-4ADC-8EFF-40A9CF70B4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Long quote example. </a:t>
            </a:r>
            <a:br>
              <a:rPr lang="en-US" dirty="0"/>
            </a:br>
            <a:r>
              <a:rPr lang="en-US" dirty="0"/>
              <a:t>NVIDIA Sans Light 120 pt. </a:t>
            </a:r>
            <a:br>
              <a:rPr lang="en-US" dirty="0"/>
            </a:br>
            <a:r>
              <a:rPr lang="en-US" dirty="0"/>
              <a:t>Use sentence case and avoid using all caps.</a:t>
            </a:r>
          </a:p>
        </p:txBody>
      </p:sp>
    </p:spTree>
    <p:extLst>
      <p:ext uri="{BB962C8B-B14F-4D97-AF65-F5344CB8AC3E}">
        <p14:creationId xmlns:p14="http://schemas.microsoft.com/office/powerpoint/2010/main" val="62743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E1C53-6D95-49CE-961E-887F48272D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— </a:t>
            </a:r>
            <a:r>
              <a:rPr lang="fr-FR" dirty="0" err="1"/>
              <a:t>Quote</a:t>
            </a:r>
            <a:r>
              <a:rPr lang="fr-FR" dirty="0"/>
              <a:t> Source, NVIDIA Sans Italic 44 pt.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92FD2-6CB7-4ADC-8EFF-40A9CF70B4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Short quote example. </a:t>
            </a:r>
            <a:br>
              <a:rPr lang="en-US" dirty="0"/>
            </a:br>
            <a:r>
              <a:rPr lang="en-US" dirty="0"/>
              <a:t>Can go up to two lines of text.</a:t>
            </a:r>
          </a:p>
        </p:txBody>
      </p:sp>
    </p:spTree>
    <p:extLst>
      <p:ext uri="{BB962C8B-B14F-4D97-AF65-F5344CB8AC3E}">
        <p14:creationId xmlns:p14="http://schemas.microsoft.com/office/powerpoint/2010/main" val="342793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FEF093D-C0E6-44EF-903A-3CAF042CB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</p:spPr>
        <p:txBody>
          <a:bodyPr/>
          <a:lstStyle/>
          <a:p>
            <a:r>
              <a:rPr lang="en-US" dirty="0"/>
              <a:t>Color Palette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F51F0F-153C-2AD4-A3D5-17191FA4E84E}"/>
              </a:ext>
            </a:extLst>
          </p:cNvPr>
          <p:cNvSpPr txBox="1"/>
          <p:nvPr/>
        </p:nvSpPr>
        <p:spPr>
          <a:xfrm>
            <a:off x="23538030" y="9640669"/>
            <a:ext cx="9875520" cy="6463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Secondary Colors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441C43-EAAD-8998-AA4E-25D444C0EAAF}"/>
              </a:ext>
            </a:extLst>
          </p:cNvPr>
          <p:cNvSpPr txBox="1"/>
          <p:nvPr/>
        </p:nvSpPr>
        <p:spPr>
          <a:xfrm>
            <a:off x="8107810" y="5544039"/>
            <a:ext cx="6570223" cy="6463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Primary and Neutral Colors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03819A-9D47-F34A-EFCF-B7263FCA07DC}"/>
              </a:ext>
            </a:extLst>
          </p:cNvPr>
          <p:cNvSpPr/>
          <p:nvPr/>
        </p:nvSpPr>
        <p:spPr>
          <a:xfrm>
            <a:off x="3064686" y="7091955"/>
            <a:ext cx="5403100" cy="9547617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FE9951-F943-41CA-69ED-257A078D4E63}"/>
              </a:ext>
            </a:extLst>
          </p:cNvPr>
          <p:cNvSpPr txBox="1"/>
          <p:nvPr/>
        </p:nvSpPr>
        <p:spPr>
          <a:xfrm>
            <a:off x="4225026" y="11376399"/>
            <a:ext cx="3082420" cy="97872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White</a:t>
            </a:r>
          </a:p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255 / 255 / 255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02583C-B988-069F-B5DF-DB56E6B8B1FC}"/>
              </a:ext>
            </a:extLst>
          </p:cNvPr>
          <p:cNvSpPr/>
          <p:nvPr/>
        </p:nvSpPr>
        <p:spPr>
          <a:xfrm>
            <a:off x="14298862" y="12029724"/>
            <a:ext cx="5400074" cy="4599946"/>
          </a:xfrm>
          <a:prstGeom prst="rect">
            <a:avLst/>
          </a:prstGeom>
          <a:solidFill>
            <a:schemeClr val="tx2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4A018A-1A85-0F4E-D1B5-ECE242B5D139}"/>
              </a:ext>
            </a:extLst>
          </p:cNvPr>
          <p:cNvSpPr txBox="1"/>
          <p:nvPr/>
        </p:nvSpPr>
        <p:spPr>
          <a:xfrm>
            <a:off x="14104343" y="13840332"/>
            <a:ext cx="5789112" cy="97872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NVIDIA Green</a:t>
            </a:r>
          </a:p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RGB: 118 / 185 / 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710482-508B-A214-37AA-A6B8AC05B2E6}"/>
              </a:ext>
            </a:extLst>
          </p:cNvPr>
          <p:cNvSpPr/>
          <p:nvPr/>
        </p:nvSpPr>
        <p:spPr>
          <a:xfrm>
            <a:off x="14299007" y="7091954"/>
            <a:ext cx="5403100" cy="1463040"/>
          </a:xfrm>
          <a:prstGeom prst="rect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93EF1B-2879-E2AF-B652-A0C6B509A8F3}"/>
              </a:ext>
            </a:extLst>
          </p:cNvPr>
          <p:cNvSpPr txBox="1"/>
          <p:nvPr/>
        </p:nvSpPr>
        <p:spPr>
          <a:xfrm>
            <a:off x="14642527" y="7510281"/>
            <a:ext cx="4716060" cy="62638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Light Gray</a:t>
            </a:r>
          </a:p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205 / 205 / 205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5DF9EB-28E6-D8EF-EE27-954445AF670D}"/>
              </a:ext>
            </a:extLst>
          </p:cNvPr>
          <p:cNvSpPr/>
          <p:nvPr/>
        </p:nvSpPr>
        <p:spPr>
          <a:xfrm>
            <a:off x="8691371" y="7091955"/>
            <a:ext cx="5403100" cy="9547613"/>
          </a:xfrm>
          <a:prstGeom prst="rect">
            <a:avLst/>
          </a:prstGeom>
          <a:solidFill>
            <a:schemeClr val="bg1"/>
          </a:solidFill>
          <a:ln w="12700"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49BB82-8BCD-0815-91E0-B23C6F911A90}"/>
              </a:ext>
            </a:extLst>
          </p:cNvPr>
          <p:cNvSpPr txBox="1"/>
          <p:nvPr/>
        </p:nvSpPr>
        <p:spPr>
          <a:xfrm>
            <a:off x="9506740" y="11376397"/>
            <a:ext cx="3772362" cy="97872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Black</a:t>
            </a:r>
          </a:p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0 / 0 / 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3B2189-C1C0-5A7A-E659-EF5DABA4DC7E}"/>
              </a:ext>
            </a:extLst>
          </p:cNvPr>
          <p:cNvSpPr/>
          <p:nvPr/>
        </p:nvSpPr>
        <p:spPr>
          <a:xfrm>
            <a:off x="14299007" y="10383800"/>
            <a:ext cx="5403100" cy="1463040"/>
          </a:xfrm>
          <a:prstGeom prst="rect">
            <a:avLst/>
          </a:prstGeom>
          <a:solidFill>
            <a:schemeClr val="accent4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2FE249-F387-A478-8810-6CA1B534E58A}"/>
              </a:ext>
            </a:extLst>
          </p:cNvPr>
          <p:cNvSpPr txBox="1"/>
          <p:nvPr/>
        </p:nvSpPr>
        <p:spPr>
          <a:xfrm>
            <a:off x="15114376" y="10802127"/>
            <a:ext cx="3772362" cy="62638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Dark Gray</a:t>
            </a:r>
          </a:p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94 / 94 / 94</a:t>
            </a:r>
          </a:p>
        </p:txBody>
      </p:sp>
      <p:sp>
        <p:nvSpPr>
          <p:cNvPr id="39" name="Oval 67">
            <a:extLst>
              <a:ext uri="{FF2B5EF4-FFF2-40B4-BE49-F238E27FC236}">
                <a16:creationId xmlns:a16="http://schemas.microsoft.com/office/drawing/2014/main" id="{1360719F-22B7-6AA3-8B64-912F51FA11BB}"/>
              </a:ext>
            </a:extLst>
          </p:cNvPr>
          <p:cNvSpPr/>
          <p:nvPr/>
        </p:nvSpPr>
        <p:spPr>
          <a:xfrm>
            <a:off x="29810271" y="14942445"/>
            <a:ext cx="3645456" cy="1697120"/>
          </a:xfrm>
          <a:prstGeom prst="rect">
            <a:avLst/>
          </a:prstGeom>
          <a:solidFill>
            <a:schemeClr val="accent3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/>
            <a:endParaRPr lang="en-US" sz="2400">
              <a:latin typeface="NVIDIA Sans" panose="020B0503020203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6CFEE9-749F-DDAD-4425-396709022B4A}"/>
              </a:ext>
            </a:extLst>
          </p:cNvPr>
          <p:cNvSpPr txBox="1"/>
          <p:nvPr/>
        </p:nvSpPr>
        <p:spPr>
          <a:xfrm>
            <a:off x="29810271" y="15540521"/>
            <a:ext cx="3645456" cy="50060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Garnet</a:t>
            </a:r>
          </a:p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137 / 12 / 88</a:t>
            </a:r>
          </a:p>
        </p:txBody>
      </p:sp>
      <p:sp>
        <p:nvSpPr>
          <p:cNvPr id="41" name="Oval 68">
            <a:extLst>
              <a:ext uri="{FF2B5EF4-FFF2-40B4-BE49-F238E27FC236}">
                <a16:creationId xmlns:a16="http://schemas.microsoft.com/office/drawing/2014/main" id="{C850E405-832C-0BBD-AC2E-1135C414CBFA}"/>
              </a:ext>
            </a:extLst>
          </p:cNvPr>
          <p:cNvSpPr/>
          <p:nvPr/>
        </p:nvSpPr>
        <p:spPr>
          <a:xfrm>
            <a:off x="29838308" y="13064139"/>
            <a:ext cx="3617419" cy="1697116"/>
          </a:xfrm>
          <a:prstGeom prst="rect">
            <a:avLst/>
          </a:prstGeom>
          <a:solidFill>
            <a:srgbClr val="FAC200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/>
            <a:endParaRPr lang="en-US" sz="2400">
              <a:latin typeface="NVIDIA Sans" panose="020B0503020203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0B17FD-0F93-7915-CA43-93A0BADC2F78}"/>
              </a:ext>
            </a:extLst>
          </p:cNvPr>
          <p:cNvSpPr txBox="1"/>
          <p:nvPr/>
        </p:nvSpPr>
        <p:spPr>
          <a:xfrm>
            <a:off x="29821535" y="13662214"/>
            <a:ext cx="3617419" cy="50060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Fluorite</a:t>
            </a:r>
          </a:p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250 / 194 / 0</a:t>
            </a:r>
          </a:p>
        </p:txBody>
      </p:sp>
      <p:sp>
        <p:nvSpPr>
          <p:cNvPr id="43" name="Oval 64">
            <a:extLst>
              <a:ext uri="{FF2B5EF4-FFF2-40B4-BE49-F238E27FC236}">
                <a16:creationId xmlns:a16="http://schemas.microsoft.com/office/drawing/2014/main" id="{0C6E5773-9872-BB26-0C46-5900F47EC2BD}"/>
              </a:ext>
            </a:extLst>
          </p:cNvPr>
          <p:cNvSpPr/>
          <p:nvPr/>
        </p:nvSpPr>
        <p:spPr>
          <a:xfrm>
            <a:off x="23573259" y="11175481"/>
            <a:ext cx="2946772" cy="5464084"/>
          </a:xfrm>
          <a:prstGeom prst="rect">
            <a:avLst/>
          </a:prstGeom>
          <a:solidFill>
            <a:schemeClr val="accent1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/>
            <a:endParaRPr lang="en-US" sz="2400">
              <a:latin typeface="NVIDIA Sans" panose="020B0503020203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63EE76-6DE8-5A36-A958-2D7325526768}"/>
              </a:ext>
            </a:extLst>
          </p:cNvPr>
          <p:cNvSpPr txBox="1"/>
          <p:nvPr/>
        </p:nvSpPr>
        <p:spPr>
          <a:xfrm>
            <a:off x="23573259" y="13101637"/>
            <a:ext cx="2946772" cy="161177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Emerald</a:t>
            </a:r>
          </a:p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0 / 133 / 100</a:t>
            </a:r>
          </a:p>
        </p:txBody>
      </p:sp>
      <p:sp>
        <p:nvSpPr>
          <p:cNvPr id="45" name="Oval 66">
            <a:extLst>
              <a:ext uri="{FF2B5EF4-FFF2-40B4-BE49-F238E27FC236}">
                <a16:creationId xmlns:a16="http://schemas.microsoft.com/office/drawing/2014/main" id="{60703673-F2ED-ADF8-FA6A-1EAAA71903CC}"/>
              </a:ext>
            </a:extLst>
          </p:cNvPr>
          <p:cNvSpPr/>
          <p:nvPr/>
        </p:nvSpPr>
        <p:spPr>
          <a:xfrm>
            <a:off x="26699706" y="11175482"/>
            <a:ext cx="2946772" cy="5464085"/>
          </a:xfrm>
          <a:prstGeom prst="rect">
            <a:avLst/>
          </a:prstGeom>
          <a:solidFill>
            <a:schemeClr val="accent6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NVIDIA Sans" panose="020B0503020203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346A43-552B-69C4-75BE-51B8E8D0D4D3}"/>
              </a:ext>
            </a:extLst>
          </p:cNvPr>
          <p:cNvSpPr txBox="1"/>
          <p:nvPr/>
        </p:nvSpPr>
        <p:spPr>
          <a:xfrm>
            <a:off x="26699706" y="13101638"/>
            <a:ext cx="2946772" cy="161177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CPU Blue</a:t>
            </a:r>
          </a:p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0 / 113 / 197</a:t>
            </a:r>
          </a:p>
        </p:txBody>
      </p:sp>
      <p:sp>
        <p:nvSpPr>
          <p:cNvPr id="47" name="Oval 65">
            <a:extLst>
              <a:ext uri="{FF2B5EF4-FFF2-40B4-BE49-F238E27FC236}">
                <a16:creationId xmlns:a16="http://schemas.microsoft.com/office/drawing/2014/main" id="{E2211230-EFD6-EEDC-FDD1-381A5E178EB7}"/>
              </a:ext>
            </a:extLst>
          </p:cNvPr>
          <p:cNvSpPr/>
          <p:nvPr/>
        </p:nvSpPr>
        <p:spPr>
          <a:xfrm>
            <a:off x="29826152" y="11175482"/>
            <a:ext cx="3634192" cy="1707467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/>
            <a:endParaRPr lang="en-US" sz="2400">
              <a:latin typeface="NVIDIA Sans" panose="020B0503020203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552AAD-E238-3C84-DB70-FA53E92670C1}"/>
              </a:ext>
            </a:extLst>
          </p:cNvPr>
          <p:cNvSpPr txBox="1"/>
          <p:nvPr/>
        </p:nvSpPr>
        <p:spPr>
          <a:xfrm>
            <a:off x="29826152" y="11824337"/>
            <a:ext cx="3634192" cy="50366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Amethyst</a:t>
            </a:r>
          </a:p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93 / 22 / 130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CCC3F92-D8A2-4467-87C4-1075619C34AC}"/>
              </a:ext>
            </a:extLst>
          </p:cNvPr>
          <p:cNvSpPr/>
          <p:nvPr/>
        </p:nvSpPr>
        <p:spPr>
          <a:xfrm>
            <a:off x="14299007" y="8737877"/>
            <a:ext cx="5403100" cy="1463040"/>
          </a:xfrm>
          <a:prstGeom prst="rect">
            <a:avLst/>
          </a:prstGeom>
          <a:solidFill>
            <a:schemeClr val="accent5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/>
            <a:endParaRPr lang="en-US" sz="2400" dirty="0">
              <a:solidFill>
                <a:srgbClr val="FFFFFF"/>
              </a:solidFill>
              <a:latin typeface="NVIDIA Sans" panose="020B05030202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D3922C9-EE20-982B-CE2E-C024640DE2F3}"/>
              </a:ext>
            </a:extLst>
          </p:cNvPr>
          <p:cNvSpPr txBox="1"/>
          <p:nvPr/>
        </p:nvSpPr>
        <p:spPr>
          <a:xfrm>
            <a:off x="15114376" y="8980032"/>
            <a:ext cx="3772362" cy="97872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Medium Gray</a:t>
            </a:r>
          </a:p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140 / 140 / 140</a:t>
            </a:r>
          </a:p>
        </p:txBody>
      </p:sp>
    </p:spTree>
    <p:extLst>
      <p:ext uri="{BB962C8B-B14F-4D97-AF65-F5344CB8AC3E}">
        <p14:creationId xmlns:p14="http://schemas.microsoft.com/office/powerpoint/2010/main" val="2500864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FEF093D-C0E6-44EF-903A-3CAF042CB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</p:spPr>
        <p:txBody>
          <a:bodyPr/>
          <a:lstStyle/>
          <a:p>
            <a:r>
              <a:rPr lang="en-US" dirty="0"/>
              <a:t>Pie Chart</a:t>
            </a:r>
          </a:p>
        </p:txBody>
      </p:sp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6DA9EF7E-C108-410F-9AC7-72665C37BD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144461"/>
              </p:ext>
            </p:extLst>
          </p:nvPr>
        </p:nvGraphicFramePr>
        <p:xfrm>
          <a:off x="7467179" y="3537012"/>
          <a:ext cx="21636910" cy="143679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8E5FF78-3239-66DB-02B4-9E2D96EC13EE}"/>
              </a:ext>
            </a:extLst>
          </p:cNvPr>
          <p:cNvSpPr/>
          <p:nvPr/>
        </p:nvSpPr>
        <p:spPr>
          <a:xfrm>
            <a:off x="5257800" y="19667764"/>
            <a:ext cx="26060400" cy="41357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algn="ctr" defTabSz="76201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i="1" kern="0" dirty="0">
                <a:solidFill>
                  <a:schemeClr val="accent5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Source: Source information is 24 pt. italic</a:t>
            </a:r>
          </a:p>
        </p:txBody>
      </p:sp>
    </p:spTree>
    <p:extLst>
      <p:ext uri="{BB962C8B-B14F-4D97-AF65-F5344CB8AC3E}">
        <p14:creationId xmlns:p14="http://schemas.microsoft.com/office/powerpoint/2010/main" val="87801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c="http://schemas.openxmlformats.org/drawingml/2006/chart" xmlns:a16="http://schemas.microsoft.com/office/drawing/2014/main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422FBAF-BA8C-4DBB-8DB5-C12DD51E7D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2253471"/>
              </p:ext>
            </p:extLst>
          </p:nvPr>
        </p:nvGraphicFramePr>
        <p:xfrm>
          <a:off x="4667063" y="4402738"/>
          <a:ext cx="29251149" cy="13101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EFEF093D-C0E6-44EF-903A-3CAF042CB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</p:spPr>
        <p:txBody>
          <a:bodyPr/>
          <a:lstStyle/>
          <a:p>
            <a:r>
              <a:rPr lang="en-US" dirty="0"/>
              <a:t>Bar Chart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43AB07-BCA2-5E5B-BFF1-6D9D146032E1}"/>
              </a:ext>
            </a:extLst>
          </p:cNvPr>
          <p:cNvSpPr/>
          <p:nvPr/>
        </p:nvSpPr>
        <p:spPr>
          <a:xfrm rot="16200000">
            <a:off x="2501001" y="10667026"/>
            <a:ext cx="5943600" cy="460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chemeClr val="accent5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Y-axis text goes 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4601FD-7A81-A853-0D97-722786F1EC48}"/>
              </a:ext>
            </a:extLst>
          </p:cNvPr>
          <p:cNvSpPr/>
          <p:nvPr/>
        </p:nvSpPr>
        <p:spPr>
          <a:xfrm>
            <a:off x="11936388" y="17680075"/>
            <a:ext cx="12801600" cy="460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chemeClr val="accent5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X-axis text goes here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B763DD-86F7-ABC9-692C-BD2450ECDFE0}"/>
              </a:ext>
            </a:extLst>
          </p:cNvPr>
          <p:cNvSpPr/>
          <p:nvPr/>
        </p:nvSpPr>
        <p:spPr>
          <a:xfrm>
            <a:off x="5257800" y="19667764"/>
            <a:ext cx="26060400" cy="41357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algn="ctr" defTabSz="76201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i="1" kern="0" dirty="0">
                <a:solidFill>
                  <a:schemeClr val="accent5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Source: Source information is 24 pt. italic</a:t>
            </a:r>
          </a:p>
        </p:txBody>
      </p:sp>
    </p:spTree>
    <p:extLst>
      <p:ext uri="{BB962C8B-B14F-4D97-AF65-F5344CB8AC3E}">
        <p14:creationId xmlns:p14="http://schemas.microsoft.com/office/powerpoint/2010/main" val="381311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c="http://schemas.openxmlformats.org/drawingml/2006/chart" xmlns:a16="http://schemas.microsoft.com/office/drawing/2014/main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2048883-111A-464A-B912-896D1F4E37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0181986"/>
              </p:ext>
            </p:extLst>
          </p:nvPr>
        </p:nvGraphicFramePr>
        <p:xfrm>
          <a:off x="4667063" y="4402738"/>
          <a:ext cx="29251149" cy="13101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EFEF093D-C0E6-44EF-903A-3CAF042CB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</p:spPr>
        <p:txBody>
          <a:bodyPr/>
          <a:lstStyle/>
          <a:p>
            <a:r>
              <a:rPr lang="en-US" dirty="0"/>
              <a:t>Line Chart</a:t>
            </a:r>
          </a:p>
        </p:txBody>
      </p:sp>
      <p:sp>
        <p:nvSpPr>
          <p:cNvPr id="10" name="Text Placeholder 52">
            <a:extLst>
              <a:ext uri="{FF2B5EF4-FFF2-40B4-BE49-F238E27FC236}">
                <a16:creationId xmlns:a16="http://schemas.microsoft.com/office/drawing/2014/main" id="{57471FA4-2CA9-439E-964D-76E46423B23B}"/>
              </a:ext>
            </a:extLst>
          </p:cNvPr>
          <p:cNvSpPr txBox="1">
            <a:spLocks/>
          </p:cNvSpPr>
          <p:nvPr/>
        </p:nvSpPr>
        <p:spPr>
          <a:xfrm>
            <a:off x="30387925" y="9506664"/>
            <a:ext cx="4802039" cy="2131154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/>
          <a:lstStyle>
            <a:lvl1pPr marL="1537678" indent="-1537678" algn="l" rtl="0" fontAlgn="base">
              <a:lnSpc>
                <a:spcPct val="100000"/>
              </a:lnSpc>
              <a:spcBef>
                <a:spcPts val="1615"/>
              </a:spcBef>
              <a:spcAft>
                <a:spcPct val="0"/>
              </a:spcAft>
              <a:buSzPct val="100000"/>
              <a:buFontTx/>
              <a:buBlip>
                <a:blip r:embed="rId3"/>
              </a:buBlip>
              <a:defRPr sz="12923" b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ea typeface="+mn-ea"/>
                <a:cs typeface="+mn-cs"/>
              </a:defRPr>
            </a:lvl1pPr>
            <a:lvl2pPr marL="4100468" indent="-1537678" algn="l" rtl="0" fontAlgn="base">
              <a:lnSpc>
                <a:spcPct val="100000"/>
              </a:lnSpc>
              <a:spcBef>
                <a:spcPts val="1615"/>
              </a:spcBef>
              <a:spcAft>
                <a:spcPct val="0"/>
              </a:spcAft>
              <a:buSzPct val="100000"/>
              <a:buFontTx/>
              <a:buBlip>
                <a:blip r:embed="rId3"/>
              </a:buBlip>
              <a:defRPr sz="11846" b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2pPr>
            <a:lvl3pPr marL="6150695" indent="-1267111" algn="l" rtl="0" fontAlgn="base">
              <a:spcBef>
                <a:spcPct val="20000"/>
              </a:spcBef>
              <a:spcAft>
                <a:spcPct val="0"/>
              </a:spcAft>
              <a:buSzPct val="100000"/>
              <a:buFontTx/>
              <a:buBlip>
                <a:blip r:embed="rId4"/>
              </a:buBlip>
              <a:defRPr sz="8076" b="0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7958844" indent="-102511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8974">
                <a:solidFill>
                  <a:schemeClr val="bg1"/>
                </a:solidFill>
                <a:latin typeface="+mn-lt"/>
              </a:defRPr>
            </a:lvl4pPr>
            <a:lvl5pPr marL="9496524" indent="-1025115" algn="l" rtl="0" fontAlgn="base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5pPr>
            <a:lvl6pPr marL="11546753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6pPr>
            <a:lvl7pPr marL="13596926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7pPr>
            <a:lvl8pPr marL="15647149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8pPr>
            <a:lvl9pPr marL="17697359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 defTabSz="914400">
              <a:buNone/>
            </a:pPr>
            <a:r>
              <a:rPr lang="en-US" sz="4400" kern="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NOTE: Link all original data </a:t>
            </a:r>
            <a:br>
              <a:rPr lang="en-US" sz="4400" kern="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</a:br>
            <a:r>
              <a:rPr lang="en-US" sz="4400" kern="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for charts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1E042C-078E-9651-F5EC-53B8A687A592}"/>
              </a:ext>
            </a:extLst>
          </p:cNvPr>
          <p:cNvSpPr/>
          <p:nvPr/>
        </p:nvSpPr>
        <p:spPr>
          <a:xfrm rot="16200000">
            <a:off x="2501001" y="10667026"/>
            <a:ext cx="5943600" cy="460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chemeClr val="accent5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Y-axis text goes here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6A0899-3739-F636-B421-2761E7B3FA22}"/>
              </a:ext>
            </a:extLst>
          </p:cNvPr>
          <p:cNvSpPr/>
          <p:nvPr/>
        </p:nvSpPr>
        <p:spPr>
          <a:xfrm>
            <a:off x="11936388" y="17680075"/>
            <a:ext cx="12801600" cy="460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chemeClr val="accent5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X-axis text goes here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C11C33-038C-08FB-E16A-9C09B90F377A}"/>
              </a:ext>
            </a:extLst>
          </p:cNvPr>
          <p:cNvSpPr/>
          <p:nvPr/>
        </p:nvSpPr>
        <p:spPr>
          <a:xfrm>
            <a:off x="5257800" y="19667764"/>
            <a:ext cx="26060400" cy="41357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algn="ctr" defTabSz="76201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i="1" kern="0" dirty="0">
                <a:solidFill>
                  <a:schemeClr val="accent5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Source: Source information is 24 pt. italic</a:t>
            </a:r>
          </a:p>
        </p:txBody>
      </p:sp>
    </p:spTree>
    <p:extLst>
      <p:ext uri="{BB962C8B-B14F-4D97-AF65-F5344CB8AC3E}">
        <p14:creationId xmlns:p14="http://schemas.microsoft.com/office/powerpoint/2010/main" val="4252684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c="http://schemas.openxmlformats.org/drawingml/2006/chart" xmlns:a16="http://schemas.microsoft.com/office/drawing/2014/main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FEF093D-C0E6-44EF-903A-3CAF042CB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</p:spPr>
        <p:txBody>
          <a:bodyPr/>
          <a:lstStyle/>
          <a:p>
            <a:r>
              <a:rPr lang="en-US" dirty="0"/>
              <a:t>Table Sample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13FD01-053A-9543-4047-982C6F4587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853088"/>
              </p:ext>
            </p:extLst>
          </p:nvPr>
        </p:nvGraphicFramePr>
        <p:xfrm>
          <a:off x="5031714" y="5029200"/>
          <a:ext cx="26512572" cy="12725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8143">
                  <a:extLst>
                    <a:ext uri="{9D8B030D-6E8A-4147-A177-3AD203B41FA5}">
                      <a16:colId xmlns:a16="http://schemas.microsoft.com/office/drawing/2014/main" val="1714626306"/>
                    </a:ext>
                  </a:extLst>
                </a:gridCol>
                <a:gridCol w="6628143">
                  <a:extLst>
                    <a:ext uri="{9D8B030D-6E8A-4147-A177-3AD203B41FA5}">
                      <a16:colId xmlns:a16="http://schemas.microsoft.com/office/drawing/2014/main" val="1697748500"/>
                    </a:ext>
                  </a:extLst>
                </a:gridCol>
                <a:gridCol w="6628143">
                  <a:extLst>
                    <a:ext uri="{9D8B030D-6E8A-4147-A177-3AD203B41FA5}">
                      <a16:colId xmlns:a16="http://schemas.microsoft.com/office/drawing/2014/main" val="3872581152"/>
                    </a:ext>
                  </a:extLst>
                </a:gridCol>
                <a:gridCol w="6628143">
                  <a:extLst>
                    <a:ext uri="{9D8B030D-6E8A-4147-A177-3AD203B41FA5}">
                      <a16:colId xmlns:a16="http://schemas.microsoft.com/office/drawing/2014/main" val="2543914041"/>
                    </a:ext>
                  </a:extLst>
                </a:gridCol>
              </a:tblGrid>
              <a:tr h="1678778">
                <a:tc>
                  <a:txBody>
                    <a:bodyPr/>
                    <a:lstStyle/>
                    <a:p>
                      <a:pPr algn="l"/>
                      <a:endParaRPr lang="en-US" sz="4000" b="0" dirty="0">
                        <a:solidFill>
                          <a:schemeClr val="tx1"/>
                        </a:solidFill>
                        <a:latin typeface="NVIDIA Sans Medium" panose="020B0603020203020204" pitchFamily="34" charset="0"/>
                        <a:cs typeface="NVIDIA Sans Medium" panose="020B0603020203020204" pitchFamily="34" charset="0"/>
                      </a:endParaRPr>
                    </a:p>
                  </a:txBody>
                  <a:tcPr marL="365760" marR="182880" marT="152400" marB="1524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0" b="0" dirty="0">
                          <a:solidFill>
                            <a:schemeClr val="tx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Title Goes Here</a:t>
                      </a: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0" dirty="0">
                          <a:solidFill>
                            <a:schemeClr val="tx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Title Goes Here</a:t>
                      </a: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0" dirty="0">
                          <a:solidFill>
                            <a:schemeClr val="tx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Title Goes Here</a:t>
                      </a: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95191"/>
                  </a:ext>
                </a:extLst>
              </a:tr>
              <a:tr h="2209324">
                <a:tc>
                  <a:txBody>
                    <a:bodyPr/>
                    <a:lstStyle/>
                    <a:p>
                      <a:pPr algn="l"/>
                      <a:r>
                        <a:rPr lang="en-US" sz="36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 Goes Here</a:t>
                      </a:r>
                    </a:p>
                  </a:txBody>
                  <a:tcPr marL="365760" marR="182880" marT="152400" marB="1524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</a:t>
                      </a: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</a:t>
                      </a: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</a:t>
                      </a: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594288"/>
                  </a:ext>
                </a:extLst>
              </a:tr>
              <a:tr h="22093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 Goes Here</a:t>
                      </a:r>
                    </a:p>
                  </a:txBody>
                  <a:tcPr marL="365760" marR="182880" marT="152400" marB="1524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754937"/>
                  </a:ext>
                </a:extLst>
              </a:tr>
              <a:tr h="22093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 Goes Here</a:t>
                      </a:r>
                    </a:p>
                  </a:txBody>
                  <a:tcPr marL="365760" marR="182880" marT="152400" marB="1524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137814"/>
                  </a:ext>
                </a:extLst>
              </a:tr>
              <a:tr h="22093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 Goes Here</a:t>
                      </a:r>
                    </a:p>
                  </a:txBody>
                  <a:tcPr marL="365760" marR="182880" marT="152400" marB="1524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747690"/>
                  </a:ext>
                </a:extLst>
              </a:tr>
              <a:tr h="22093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 Goes Here</a:t>
                      </a:r>
                    </a:p>
                  </a:txBody>
                  <a:tcPr marL="365760" marR="182880" marT="152400" marB="1524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260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7761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FEF093D-C0E6-44EF-903A-3CAF042CB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</p:spPr>
        <p:txBody>
          <a:bodyPr/>
          <a:lstStyle/>
          <a:p>
            <a:r>
              <a:rPr lang="en-US" dirty="0"/>
              <a:t>Table Sample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13FD01-053A-9543-4047-982C6F45874A}"/>
              </a:ext>
            </a:extLst>
          </p:cNvPr>
          <p:cNvGraphicFramePr>
            <a:graphicFrameLocks noGrp="1"/>
          </p:cNvGraphicFramePr>
          <p:nvPr/>
        </p:nvGraphicFramePr>
        <p:xfrm>
          <a:off x="5031714" y="5029200"/>
          <a:ext cx="26512572" cy="12725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8143">
                  <a:extLst>
                    <a:ext uri="{9D8B030D-6E8A-4147-A177-3AD203B41FA5}">
                      <a16:colId xmlns:a16="http://schemas.microsoft.com/office/drawing/2014/main" val="1714626306"/>
                    </a:ext>
                  </a:extLst>
                </a:gridCol>
                <a:gridCol w="6628143">
                  <a:extLst>
                    <a:ext uri="{9D8B030D-6E8A-4147-A177-3AD203B41FA5}">
                      <a16:colId xmlns:a16="http://schemas.microsoft.com/office/drawing/2014/main" val="1697748500"/>
                    </a:ext>
                  </a:extLst>
                </a:gridCol>
                <a:gridCol w="6628143">
                  <a:extLst>
                    <a:ext uri="{9D8B030D-6E8A-4147-A177-3AD203B41FA5}">
                      <a16:colId xmlns:a16="http://schemas.microsoft.com/office/drawing/2014/main" val="3872581152"/>
                    </a:ext>
                  </a:extLst>
                </a:gridCol>
                <a:gridCol w="6628143">
                  <a:extLst>
                    <a:ext uri="{9D8B030D-6E8A-4147-A177-3AD203B41FA5}">
                      <a16:colId xmlns:a16="http://schemas.microsoft.com/office/drawing/2014/main" val="2543914041"/>
                    </a:ext>
                  </a:extLst>
                </a:gridCol>
              </a:tblGrid>
              <a:tr h="1678778">
                <a:tc>
                  <a:txBody>
                    <a:bodyPr/>
                    <a:lstStyle/>
                    <a:p>
                      <a:pPr algn="l"/>
                      <a:endParaRPr lang="en-US" sz="4000" b="0" dirty="0">
                        <a:solidFill>
                          <a:schemeClr val="tx1"/>
                        </a:solidFill>
                        <a:latin typeface="NVIDIA Sans Medium" panose="020B0603020203020204" pitchFamily="34" charset="0"/>
                        <a:cs typeface="NVIDIA Sans Medium" panose="020B0603020203020204" pitchFamily="34" charset="0"/>
                      </a:endParaRPr>
                    </a:p>
                  </a:txBody>
                  <a:tcPr marL="365760" marR="182880" marT="152400" marB="1524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0" b="0" dirty="0">
                          <a:solidFill>
                            <a:schemeClr val="tx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Title Goes Here</a:t>
                      </a: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0" dirty="0">
                          <a:solidFill>
                            <a:schemeClr val="tx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Title Goes Here</a:t>
                      </a: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0" dirty="0">
                          <a:solidFill>
                            <a:schemeClr val="tx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Title Goes Here</a:t>
                      </a: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95191"/>
                  </a:ext>
                </a:extLst>
              </a:tr>
              <a:tr h="2209324">
                <a:tc>
                  <a:txBody>
                    <a:bodyPr/>
                    <a:lstStyle/>
                    <a:p>
                      <a:pPr algn="l"/>
                      <a:r>
                        <a:rPr lang="en-US" sz="36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 Goes Here</a:t>
                      </a:r>
                    </a:p>
                  </a:txBody>
                  <a:tcPr marL="365760" marR="182880" marT="152400" marB="1524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</a:t>
                      </a: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</a:t>
                      </a: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</a:t>
                      </a: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594288"/>
                  </a:ext>
                </a:extLst>
              </a:tr>
              <a:tr h="22093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 Goes Here</a:t>
                      </a:r>
                    </a:p>
                  </a:txBody>
                  <a:tcPr marL="365760" marR="182880" marT="152400" marB="1524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754937"/>
                  </a:ext>
                </a:extLst>
              </a:tr>
              <a:tr h="22093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 Goes Here</a:t>
                      </a:r>
                    </a:p>
                  </a:txBody>
                  <a:tcPr marL="365760" marR="182880" marT="152400" marB="1524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137814"/>
                  </a:ext>
                </a:extLst>
              </a:tr>
              <a:tr h="22093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 Goes Here</a:t>
                      </a:r>
                    </a:p>
                  </a:txBody>
                  <a:tcPr marL="365760" marR="182880" marT="152400" marB="1524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747690"/>
                  </a:ext>
                </a:extLst>
              </a:tr>
              <a:tr h="22093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 Goes Here</a:t>
                      </a:r>
                    </a:p>
                  </a:txBody>
                  <a:tcPr marL="365760" marR="182880" marT="152400" marB="1524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260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5222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AE76B-19B2-46FF-A08B-3014226D93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3200" y="1865313"/>
            <a:ext cx="18476913" cy="5943600"/>
          </a:xfrm>
        </p:spPr>
        <p:txBody>
          <a:bodyPr/>
          <a:lstStyle/>
          <a:p>
            <a:r>
              <a:rPr lang="en-US" dirty="0"/>
              <a:t>Transition Slide </a:t>
            </a:r>
            <a:br>
              <a:rPr lang="en-US" dirty="0"/>
            </a:br>
            <a:r>
              <a:rPr lang="en-US" dirty="0"/>
              <a:t>or Section Divider</a:t>
            </a:r>
          </a:p>
        </p:txBody>
      </p:sp>
    </p:spTree>
    <p:extLst>
      <p:ext uri="{BB962C8B-B14F-4D97-AF65-F5344CB8AC3E}">
        <p14:creationId xmlns:p14="http://schemas.microsoft.com/office/powerpoint/2010/main" val="310610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DAB94A-5E86-4B64-9DAC-574AA2E4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Single Image Layout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027AB70-FD08-47E9-8574-CA6CDCD075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Optional subtitle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D1C37DC-2D4D-4D50-09FF-9C3D24A148F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0596664-2ED6-CDE5-EC26-35022D5110F8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2087423-A7E3-4639-3C62-A52AD7FE5D4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D1433A-2A19-977E-35A7-3082E2C62904}"/>
              </a:ext>
            </a:extLst>
          </p:cNvPr>
          <p:cNvSpPr>
            <a:spLocks noGrp="1"/>
          </p:cNvSpPr>
          <p:nvPr>
            <p:ph idx="31"/>
          </p:nvPr>
        </p:nvSpPr>
        <p:spPr/>
        <p:txBody>
          <a:bodyPr/>
          <a:lstStyle/>
          <a:p>
            <a:r>
              <a:rPr lang="en-US" dirty="0"/>
              <a:t>Add supporting text here if a lot of bullets points are necessary to explain the image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3ECFFABC-CA99-86B8-D91D-1FD7BF8DB35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72DE6D9-303D-276F-7EC6-56AD782DB713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E7877F-F9B2-3314-01E7-ACBA3332ADEA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DAB94A-5E86-4B64-9DAC-574AA2E4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Image With Text Layout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027AB70-FD08-47E9-8574-CA6CDCD075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2698368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DAB94A-5E86-4B64-9DAC-574AA2E4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2 Image Layout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027AB70-FD08-47E9-8574-CA6CDCD075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Optional subtitle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1FCC459-2EDA-A40F-B779-B682778FFDE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E4A44A4-8999-4737-BCD7-15168E2CC4B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CF63D79-E386-9AD9-26E7-7A718A3F26FD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0A61B4D-EFD4-AAF6-6E01-09FD919A280D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8408280-340E-ABFF-8D56-AA0E912F0F33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B2E4BA8-59B3-D4BF-1660-5205CCB7DADC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8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DAB94A-5E86-4B64-9DAC-574AA2E4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2 Image Layout With Text Layout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027AB70-FD08-47E9-8574-CA6CDCD075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Optional subtitle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20BF49C-B0D9-F10A-2F75-0C2EDED11E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E148918-9CE0-B6AD-845C-790462904602}"/>
              </a:ext>
            </a:extLst>
          </p:cNvPr>
          <p:cNvSpPr>
            <a:spLocks noGrp="1"/>
          </p:cNvSpPr>
          <p:nvPr>
            <p:ph idx="31"/>
          </p:nvPr>
        </p:nvSpPr>
        <p:spPr/>
        <p:txBody>
          <a:bodyPr/>
          <a:lstStyle/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F9D99EA7-667B-D170-E035-4C7393E8FF7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C0D8854-AD4F-4425-71AB-5C83B4AF44F6}"/>
              </a:ext>
            </a:extLst>
          </p:cNvPr>
          <p:cNvSpPr>
            <a:spLocks noGrp="1"/>
          </p:cNvSpPr>
          <p:nvPr>
            <p:ph idx="35"/>
          </p:nvPr>
        </p:nvSpPr>
        <p:spPr/>
        <p:txBody>
          <a:bodyPr/>
          <a:lstStyle/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FC54AE0-C385-B521-5C64-331486122713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BB3DA28-3243-BAD5-05BA-B8A9F9628CB6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38D5B77D-5D02-6A64-0337-E6F8280ADB87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225A9ED-E29F-E138-CF2E-D18832569487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1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DAB94A-5E86-4B64-9DAC-574AA2E4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3 Image Layout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027AB70-FD08-47E9-8574-CA6CDCD075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4600" y="2487613"/>
            <a:ext cx="31546800" cy="1408112"/>
          </a:xfrm>
        </p:spPr>
        <p:txBody>
          <a:bodyPr/>
          <a:lstStyle/>
          <a:p>
            <a:r>
              <a:rPr lang="en-US" dirty="0"/>
              <a:t>Optional subtitle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E3A8943-2A5B-66EA-24A8-44AFB5F93BE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B3935A4-9FB7-E3B5-65E2-A486D4141C8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8D97BAD-E137-B592-6200-791FFE0A0C9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9669DAB-C929-2A32-B4F0-244EFBFDCB65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3982034-C3BA-29AA-62C9-661EE9CA771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979410E-35A6-A772-8CB4-6526F04DBB06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855FC18-8AB3-BC59-6856-47F1C472F95F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C790A82-49CA-B1E3-4B2A-5CD91DF9FDD6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67C4CC2-5236-988C-485C-322E9DD4A5D5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94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DAB94A-5E86-4B64-9DAC-574AA2E4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4 Image Layout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027AB70-FD08-47E9-8574-CA6CDCD075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4600" y="2487613"/>
            <a:ext cx="31546800" cy="1408112"/>
          </a:xfrm>
        </p:spPr>
        <p:txBody>
          <a:bodyPr/>
          <a:lstStyle/>
          <a:p>
            <a:r>
              <a:rPr lang="en-US" dirty="0"/>
              <a:t>Optional subtitle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B4E52F5-AA2A-356D-27A6-E8920455910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DE1E17F-3AF4-D371-3B90-25E18465F38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1EFE224-103A-D634-2B1F-EF39E7543F3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0DB307-1DF4-3C30-D1F9-4944109488C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DB952DA-4EDC-9311-D7E2-8F37D4C3FEA7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8F17797-F348-B355-F233-831B1219F9AA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20309C6-67F2-AB29-7184-FF7F23EAE495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3384528-DB21-F10A-3130-6C1A01F7D1AE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6C80137-4732-C977-F20B-C26F97CA01F5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79C85D8-5033-EC07-5928-490F48C8D278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16198EB-8D54-4FA6-D4BF-ACFC32AE975B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4966528-401E-C22A-1C14-8F6C1A97F0B4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30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C009CFE-9EF3-A094-C385-513760E3CBB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DB0EC22-1EA5-EB96-6F3D-5A01D281B16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580298B-0931-77E2-B2BA-3C377A8F547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E0610F-73A9-030C-120F-8058CF983DD2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3D72234-338B-4421-9842-E3117404F88D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4BD3638-307A-3562-26FD-9C727BD6ED58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DA7D594-4DE2-5508-2B06-861F7C7182B9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E1F220B-DE2A-0BF4-81BF-0DFB8A459F82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E63D1DA-99B1-D273-9410-49B14A1379FB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0C416B0F-F748-6BDE-1663-DB64AFD62D23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CD96E12B-F6D7-0E63-2535-DA4E393519C7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5CE196E4-DB3F-4788-2ACE-3D3CEE5E584F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39775815-8296-E16B-EE1B-023F890A968B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DF13D672-F03B-D310-4167-78FC6058BBC5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3D107BE-7F50-7C5E-297E-863F433011EB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DAB94A-5E86-4B64-9DAC-574AA2E4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5 Image Layout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027AB70-FD08-47E9-8574-CA6CDCD075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4600" y="2487613"/>
            <a:ext cx="31546800" cy="1408112"/>
          </a:xfrm>
        </p:spPr>
        <p:txBody>
          <a:bodyPr/>
          <a:lstStyle/>
          <a:p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2120021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DEC3F4E-5A86-E32F-D224-1731EACEDA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391518B-8CD6-A700-CB06-4C71F0B11B0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A2DE969-D7AF-C02D-E520-36FE92D4B6F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F42E27E-55B0-527F-7876-20CDBB83016B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D34B1-7720-3A9F-0635-1E011720ACC3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F2162AD-FCBD-2066-0017-3CE30C04B409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193C9FE-F924-A030-1133-FCFC7A12D66F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5EF326E-D465-CAD3-AFF0-610EB1313C13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AD57A76-D96D-9102-9D0F-9A2E7289FB1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7B2178F-6537-2154-6A51-CE7E1E10343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CE7A3880-B0B8-776C-869F-478DB14F7A6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C14DF85A-48EF-B071-F4F6-0DF7A740D71D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6902006-229E-7CD7-BC1D-727ECE52F28D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DEFCB60-A3DF-37DD-4074-EE5049C3C05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7DF1DBBD-F618-BFE7-22A8-223906AFE2D6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F4582947-B8D2-C183-AEB9-D0AF1B4D5FAB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36511514-EF9E-98FC-BFC1-5A44F9B4F09B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222C2515-78D3-931E-24A3-E109E2482A2E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DAB94A-5E86-4B64-9DAC-574AA2E4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6 Image Layout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027AB70-FD08-47E9-8574-CA6CDCD075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4600" y="2487613"/>
            <a:ext cx="31546800" cy="1408112"/>
          </a:xfrm>
        </p:spPr>
        <p:txBody>
          <a:bodyPr/>
          <a:lstStyle/>
          <a:p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61093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0578F41-C5B2-9A85-7CB6-255129A8A57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FCC19AF-A018-175D-3410-4D318663231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4924840-236D-C668-3F3C-2E398100825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FB0C6B1-4BE6-C59E-A7B1-0062D3B076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10F58CB9-4C6E-EFC5-CEA3-2C0C63983AC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C3CA818F-D3AF-9E93-F483-B32F3A2DD5E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B068B84D-2B52-A6B9-6E46-C4A0F1510FE1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F9A3021-3EC8-4281-789D-81258B5683B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D3B07962-1C58-81CC-F5EE-6F23BBBFE0B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62CF6A6-6E60-F619-BC36-97416866E50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8BF4501-A509-3B35-8397-8E04DCCC538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1196D21-E09B-2349-EF06-FB3F5BE072FB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55C3DC3-36FE-0728-4438-07C77EE5567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5CD8CF9-3871-A0E3-DB7E-8B67A33F7FC9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3D17CD9-965A-3B34-F1B5-C1E3585E843C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34DB0A9-4887-6988-A8C5-B9D081DA14C9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491ABE12-16BF-4623-AA98-A9F8EC0A653C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ABCF9AC5-B276-FCC0-380A-AB101125000B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FA0D935B-C588-B03B-90AF-56BF8E58A5E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CFE16F1A-4612-C0A6-DA68-E850CB3DE70C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98A520D2-D91F-257A-34E9-FAD78B961BE6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DAB94A-5E86-4B64-9DAC-574AA2E4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7 Image Layout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027AB70-FD08-47E9-8574-CA6CDCD075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4600" y="2487613"/>
            <a:ext cx="31546800" cy="1408112"/>
          </a:xfrm>
        </p:spPr>
        <p:txBody>
          <a:bodyPr/>
          <a:lstStyle/>
          <a:p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01993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7DE17E7-13EC-DC49-0F23-D4EE9888B91B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62D35C5-F8E3-716D-306E-97F44ED2FB11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8A807E2-4D0D-30B0-6747-1E434272456A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0CFD18C-BE66-FFB5-89DF-55F96023D21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C1399FC-04C0-79ED-40B6-DBE0889C28C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38D595-FDA7-EB9E-6C7C-E0C972B9CD13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3F2BEA6-2FFB-5C9F-8ECA-6675EC6F3DF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E3F1AF2-1E81-550E-EF47-FAEBB8CDAF98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C01F51D-669B-9573-0EA2-1DE41B7AA92B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59CC625-ABB4-A824-3462-0D4D7C8BF165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232DCA7-1AA8-6135-4865-1297D3142872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A5277C4D-268F-13D0-7C3F-0CE81306F013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2DA33B3-C816-8780-1821-AC6A91847DF7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8C2214E-8795-2D6C-790B-12A0A53E94A3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72B05A18-8BD3-ED88-074E-0C3AF978E70D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F18E3553-A4D7-E266-CA48-C21F5458DD3C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7F7F9A3-DD06-3B2D-6DEC-07FF1FD69129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98B8F44B-8C5E-2118-7C78-8971A1E86F01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282E325C-EC36-ED7F-B262-9A92A45E5B96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376AFAE5-6F52-4097-56B8-5E7FCA4E97E3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8DA40F72-DBA0-F212-0AA0-37072984B787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4D6537FC-DBF2-5347-87F1-82BEB029885A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32D7E110-3E94-0EA4-54AF-CFA7660FFA98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D6076A2B-DCEC-5DCB-80FC-6FAA72876293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DAB94A-5E86-4B64-9DAC-574AA2E4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8 Image Layout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027AB70-FD08-47E9-8574-CA6CDCD075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4600" y="2487613"/>
            <a:ext cx="31546800" cy="1408112"/>
          </a:xfrm>
        </p:spPr>
        <p:txBody>
          <a:bodyPr/>
          <a:lstStyle/>
          <a:p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2510568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D66B1F9-90D1-572F-86BA-BC639DC44E2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23C518-3B96-9530-92C9-DAFDED6B0A2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EA8DAB6-84AA-51D3-C845-B037EE6671F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7954651-B602-B6F5-4640-D55DD5307E8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3FE675F-82B9-1BD6-C975-165CAEC155E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F9594BF1-6D3B-280F-DDB2-E7682A0A2BCA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4C1E2283-B5B5-5FA5-66BE-2C6AA8F2C50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C979199B-3B34-252C-1E39-DC5A829C1DA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D3AEF665-5967-99BA-5601-66274BCFFBCD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492ED90-3057-8E57-2E28-70FA0B8B88A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B7CEBDF-C452-603C-8CBA-327220CEF7E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CCFBE63F-1523-04B2-8176-0814620F90AE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CDB2953-06BE-AA1F-40E5-62AD7F60B76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2CA8194-49DE-FB95-B5F6-FC906A9777B2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DB88E989-108D-D876-FC1B-4E944154D128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EC037F7F-1337-FF35-EC30-01BFFD660779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8AB5664B-78A2-E744-DFF6-CBE6117E5ED6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359C8468-C7E9-E8DC-3040-4B684A8F72C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B4A67FC4-6F22-6DEF-08A4-9C54815C4488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06904D91-5A82-3604-AA94-51B72D1C123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FBF5D68-0874-757F-5185-9BCB0E7CFBC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65321845-BFB6-4724-35AA-F23C2753A1EC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473E42DE-F248-9418-6BC2-554569FE8E25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F3CB5E89-24B7-2D78-DD38-5F35194BFEEB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F5AEF555-357C-9602-8268-A35FA48C47B9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A78623FA-CAB8-39E8-FDC6-0FB86BEF3C53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69BDF44B-BACB-8DB6-93F0-11D97156DA5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DAB94A-5E86-4B64-9DAC-574AA2E4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9 Image Layout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027AB70-FD08-47E9-8574-CA6CDCD075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4600" y="2487613"/>
            <a:ext cx="31546800" cy="1408112"/>
          </a:xfrm>
        </p:spPr>
        <p:txBody>
          <a:bodyPr/>
          <a:lstStyle/>
          <a:p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95675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908326-4186-BC8A-6DE9-C099C5AC152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426DDA2-58AF-A2C8-4F4F-99E7BBD6ABF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B907A36-780F-86E0-2628-DBCDCE850E7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2FE4889-E545-340A-1510-AFEFDB5A5EC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6DBFA359-AB76-E792-7C0D-459226D96213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A23A905C-80D5-E53B-68FA-CBED06BED7A4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B4F2230-DEC8-8830-BDE9-8BA0912424C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2DF328A-7F93-0D03-731A-D11AC582940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F011A184-4EA4-9C6C-48EE-DEFEB586D291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428DA96-2A43-1728-8815-E964044E723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706644C-56A2-3CE1-5597-3E6A2B3AAD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49E6C20-4D14-AFCC-CF9E-CD4B64309D79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D1618F5-5BE8-88F1-8F47-9EFD0FD7622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84D7B396-5ECE-C275-FBB5-5DEA649F9E41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C24C8092-73A8-73F2-EB63-9CE06E658288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50EEEFB1-8A4B-E842-878E-BA85D496A5CB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6525A7A-9FAF-9B94-E117-AA952C45DDEA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EAAD6A6-E156-FB7C-DD6E-2E6696899B69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587AC412-9785-7FB9-D4AF-B7B3B0047871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2C134EF3-F61A-38E9-370D-1709FCE5BA03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1799F9F3-BBFE-D93D-44DC-D148133D3D29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5EA34B39-1641-EB03-519A-FFEAEAABBCE7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964EDC38-6132-795E-9FB3-F60F4432818A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228364AE-1578-F364-8BEE-B01963E904BA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33582C9D-D115-134E-7B4D-267FC659F8CE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CFD616CF-7420-E4CE-296D-864C9EAEE69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3446D6D3-9AC1-A825-568A-FA9436C23CB2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DB128873-60E2-9E91-5126-E0C759D7C123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C4F3C33E-75FD-E2C9-4EE5-1767FEF77BA9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2D43CC3B-94BC-2D35-46F3-723A30049769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DAB94A-5E86-4B64-9DAC-574AA2E4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10 Image Layout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027AB70-FD08-47E9-8574-CA6CDCD075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4600" y="2487613"/>
            <a:ext cx="31546800" cy="1408112"/>
          </a:xfrm>
        </p:spPr>
        <p:txBody>
          <a:bodyPr/>
          <a:lstStyle/>
          <a:p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867472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2B1A7C-A86E-7E3C-162B-F92F3E9832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DAB94A-5E86-4B64-9DAC-574AA2E4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Goes Here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521783-70E6-4766-9381-092D4787E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AE76B-19B2-46FF-A08B-3014226D93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34352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521783-70E6-4766-9381-092D4787E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DAB94A-5E86-4B64-9DAC-574AA2E4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Goes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44BB786-085B-4E8B-ACEB-BE2FA6C3787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56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9FFD632-E854-F96D-1DA5-7D1612A962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DAB94A-5E86-4B64-9DAC-574AA2E4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Goes Here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521783-70E6-4766-9381-092D4787E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937B64-B0ED-45AB-83B9-3CB93B7CAF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97673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DAB94A-5E86-4B64-9DAC-574AA2E4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Goes Here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521783-70E6-4766-9381-092D4787E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2A5DF55-7BC5-E970-F733-2DEAAE9AD0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342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DAB94A-5E86-4B64-9DAC-574AA2E4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Goes Here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521783-70E6-4766-9381-092D4787E3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Subtitle goes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3108E0B-968D-6BCB-544A-BBDE7E10A4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57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1ACB5FD-9CF3-1633-D634-C01A4340DD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DAB94A-5E86-4B64-9DAC-574AA2E4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Only</a:t>
            </a:r>
          </a:p>
        </p:txBody>
      </p:sp>
    </p:spTree>
    <p:extLst>
      <p:ext uri="{BB962C8B-B14F-4D97-AF65-F5344CB8AC3E}">
        <p14:creationId xmlns:p14="http://schemas.microsoft.com/office/powerpoint/2010/main" val="220898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DAB94A-5E86-4B64-9DAC-574AA2E4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Goes Here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521783-70E6-4766-9381-092D4787E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937B64-B0ED-45AB-83B9-3CB93B7CAF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5344DD-FAD2-49F1-8814-4074BAA2F4C6}"/>
              </a:ext>
            </a:extLst>
          </p:cNvPr>
          <p:cNvSpPr txBox="1"/>
          <p:nvPr/>
        </p:nvSpPr>
        <p:spPr>
          <a:xfrm>
            <a:off x="22448520" y="5839629"/>
            <a:ext cx="12070080" cy="889474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rPr>
              <a:t>// Functions that do amazing things</a:t>
            </a:r>
          </a:p>
          <a:p>
            <a:r>
              <a:rPr lang="en-US" sz="44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rPr>
              <a:t>// are totally worth presenting! </a:t>
            </a:r>
          </a:p>
          <a:p>
            <a:r>
              <a:rPr lang="en-US" sz="4400" dirty="0" err="1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rPr>
              <a:t>func</a:t>
            </a:r>
            <a:r>
              <a:rPr lang="en-US" sz="44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rPr>
              <a:t> int code&lt;blah&gt; </a:t>
            </a:r>
          </a:p>
          <a:p>
            <a:r>
              <a:rPr lang="en-US" sz="44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rPr>
              <a:t>{</a:t>
            </a:r>
          </a:p>
          <a:p>
            <a:r>
              <a:rPr lang="en-US" sz="44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rPr>
              <a:t>	int </a:t>
            </a:r>
            <a:r>
              <a:rPr lang="en-US" sz="4400" dirty="0" err="1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rPr>
              <a:t>i</a:t>
            </a:r>
            <a:r>
              <a:rPr lang="en-US" sz="44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rPr>
              <a:t> = 123;</a:t>
            </a:r>
          </a:p>
          <a:p>
            <a:endParaRPr lang="en-US" sz="4400" dirty="0">
              <a:solidFill>
                <a:schemeClr val="bg1"/>
              </a:solidFill>
              <a:latin typeface="Roboto Mono" panose="00000009000000000000" pitchFamily="49" charset="0"/>
              <a:ea typeface="Roboto Mono" panose="00000009000000000000" pitchFamily="49" charset="0"/>
              <a:cs typeface="NVIDIA Sans" panose="020B0503020203020204" pitchFamily="34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rPr>
              <a:t>	for (n=1; n&lt;x; n++) </a:t>
            </a:r>
          </a:p>
          <a:p>
            <a:r>
              <a:rPr lang="en-US" sz="44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rPr>
              <a:t>	{</a:t>
            </a:r>
          </a:p>
          <a:p>
            <a:r>
              <a:rPr lang="en-US" sz="44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rPr>
              <a:t>		</a:t>
            </a:r>
            <a:r>
              <a:rPr lang="en-US" sz="4400" dirty="0" err="1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rPr>
              <a:t>doSomethingCool</a:t>
            </a:r>
            <a:r>
              <a:rPr lang="en-US" sz="44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rPr>
              <a:t>(</a:t>
            </a:r>
            <a:r>
              <a:rPr lang="en-US" sz="4400" dirty="0" err="1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rPr>
              <a:t>n,x</a:t>
            </a:r>
            <a:r>
              <a:rPr lang="en-US" sz="44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rPr>
              <a:t>);</a:t>
            </a:r>
          </a:p>
          <a:p>
            <a:r>
              <a:rPr lang="en-US" sz="44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rPr>
              <a:t>	}</a:t>
            </a:r>
          </a:p>
          <a:p>
            <a:endParaRPr lang="en-US" sz="4400" dirty="0">
              <a:solidFill>
                <a:schemeClr val="bg1"/>
              </a:solidFill>
              <a:latin typeface="Roboto Mono" panose="00000009000000000000" pitchFamily="49" charset="0"/>
              <a:ea typeface="Roboto Mono" panose="00000009000000000000" pitchFamily="49" charset="0"/>
              <a:cs typeface="NVIDIA Sans" panose="020B0503020203020204" pitchFamily="34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rPr>
              <a:t>	return 0;</a:t>
            </a:r>
          </a:p>
          <a:p>
            <a:r>
              <a:rPr lang="en-US" sz="44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96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D22CDE3-C96A-D7FD-E6BC-632E94CCA6AC}"/>
              </a:ext>
            </a:extLst>
          </p:cNvPr>
          <p:cNvSpPr/>
          <p:nvPr/>
        </p:nvSpPr>
        <p:spPr>
          <a:xfrm>
            <a:off x="16422622" y="0"/>
            <a:ext cx="20153378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09A7BA-FBBE-4723-A670-B33C8EC3142C}"/>
              </a:ext>
            </a:extLst>
          </p:cNvPr>
          <p:cNvSpPr/>
          <p:nvPr/>
        </p:nvSpPr>
        <p:spPr>
          <a:xfrm>
            <a:off x="16422623" y="0"/>
            <a:ext cx="20153378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>
            <a:noFill/>
          </a:ln>
        </p:spPr>
        <p:txBody>
          <a:bodyPr tIns="2194560" anchor="ctr"/>
          <a:lstStyle/>
          <a:p>
            <a:pPr algn="ctr" defTabSz="2743200">
              <a:lnSpc>
                <a:spcPct val="90000"/>
              </a:lnSpc>
              <a:spcBef>
                <a:spcPts val="3000"/>
              </a:spcBef>
            </a:pPr>
            <a:endParaRPr lang="en-US" sz="4000" dirty="0" err="1">
              <a:solidFill>
                <a:schemeClr val="bg2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DAB94A-5E86-4B64-9DAC-574AA2E4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Publication Links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521783-70E6-4766-9381-092D4787E3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Example layout of hyperlinks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443FAD-5F29-4D73-80A5-DC6720FA3D43}"/>
              </a:ext>
            </a:extLst>
          </p:cNvPr>
          <p:cNvSpPr txBox="1"/>
          <p:nvPr/>
        </p:nvSpPr>
        <p:spPr>
          <a:xfrm>
            <a:off x="17926050" y="2761863"/>
            <a:ext cx="17811749" cy="150502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https://www.nvidia.com/en-us/geforce/gaming-laptops/?nvid=nv-int-csfg-288505#cid=_nv-int-csfg_en-us</a:t>
            </a:r>
            <a:endParaRPr lang="en-US" sz="3600" dirty="0">
              <a:solidFill>
                <a:schemeClr val="bg1"/>
              </a:solidFill>
              <a:latin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600" dirty="0">
              <a:solidFill>
                <a:schemeClr val="bg1"/>
              </a:solidFill>
              <a:latin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https://www.nvidia.com/en-us/geforce/news/</a:t>
            </a:r>
            <a:endParaRPr lang="en-US" sz="3600" dirty="0">
              <a:solidFill>
                <a:schemeClr val="bg1"/>
              </a:solidFill>
              <a:latin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600" dirty="0">
              <a:solidFill>
                <a:schemeClr val="bg1"/>
              </a:solidFill>
              <a:latin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https://www.nvidia.com/en-us/research/ai-playground/?nvid=nv-int-cwmfg-884255#cid=nrz_nv-int-cwmfg_en-us</a:t>
            </a:r>
            <a:endParaRPr lang="en-US" sz="3600" dirty="0">
              <a:solidFill>
                <a:schemeClr val="bg1"/>
              </a:solidFill>
              <a:latin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600" dirty="0">
              <a:solidFill>
                <a:schemeClr val="bg1"/>
              </a:solidFill>
              <a:latin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https://www.nvidia.com/en-us/research/</a:t>
            </a:r>
            <a:endParaRPr lang="en-US" sz="3600" dirty="0">
              <a:solidFill>
                <a:schemeClr val="bg1"/>
              </a:solidFill>
              <a:latin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600" dirty="0">
              <a:solidFill>
                <a:schemeClr val="bg1"/>
              </a:solidFill>
              <a:latin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https://store.nvidia.com/en-us/shield/</a:t>
            </a:r>
            <a:endParaRPr lang="en-US" sz="3600" dirty="0">
              <a:solidFill>
                <a:schemeClr val="bg1"/>
              </a:solidFill>
              <a:latin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600" dirty="0">
              <a:solidFill>
                <a:schemeClr val="bg1"/>
              </a:solidFill>
              <a:latin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https://store.nvidia.com/en-us/jetson/store/?page=1&amp;limit=9&amp;locale=en-us</a:t>
            </a:r>
            <a:endParaRPr lang="en-US" sz="3600" dirty="0">
              <a:solidFill>
                <a:schemeClr val="bg1"/>
              </a:solidFill>
              <a:latin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600" dirty="0">
              <a:solidFill>
                <a:schemeClr val="bg1"/>
              </a:solidFill>
              <a:latin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https://www.nvidia.com/en-us/networking/products/data-processing-unit/</a:t>
            </a:r>
            <a:endParaRPr lang="en-US" sz="3600" dirty="0">
              <a:solidFill>
                <a:schemeClr val="bg1"/>
              </a:solidFill>
              <a:latin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600" dirty="0">
              <a:solidFill>
                <a:schemeClr val="bg1"/>
              </a:solidFill>
              <a:latin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https://catalog.ngc.nvidia.com/orgs/nvidia/collections/languagemodelling</a:t>
            </a:r>
            <a:endParaRPr lang="en-US" sz="3600" dirty="0">
              <a:solidFill>
                <a:schemeClr val="bg1"/>
              </a:solidFill>
              <a:latin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600" dirty="0">
              <a:solidFill>
                <a:schemeClr val="bg1"/>
              </a:solidFill>
              <a:latin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https://catalog.ngc.nvidia.com/orgs/nvidia/collections/automaticspeechrecognition</a:t>
            </a:r>
            <a:endParaRPr lang="en-US" sz="3600" dirty="0">
              <a:solidFill>
                <a:schemeClr val="bg1"/>
              </a:solidFill>
              <a:latin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600" dirty="0">
              <a:solidFill>
                <a:schemeClr val="bg1"/>
              </a:solidFill>
              <a:latin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https://www.nvidia.com/en-us/geforce/technologies/dlss/?nvid=nv-int-csfg-616647#cid=gf7_nv-int-csfg_en-us</a:t>
            </a:r>
            <a:endParaRPr lang="en-US" sz="3600" dirty="0">
              <a:solidFill>
                <a:schemeClr val="bg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033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hyp="http://schemas.microsoft.com/office/drawing/2018/hyperlinkcolor" xmlns:a16="http://schemas.microsoft.com/office/drawing/2014/main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18260BC-C28E-E87F-1669-3BD878DA0EB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C2654F4-6BE4-6840-28EC-0FC8D847E4D8}"/>
              </a:ext>
            </a:extLst>
          </p:cNvPr>
          <p:cNvGrpSpPr/>
          <p:nvPr/>
        </p:nvGrpSpPr>
        <p:grpSpPr>
          <a:xfrm>
            <a:off x="-1" y="6681155"/>
            <a:ext cx="11067880" cy="13892845"/>
            <a:chOff x="-1" y="6681155"/>
            <a:chExt cx="11067880" cy="1389284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9B31EC8-8E66-1758-254B-0938520FC257}"/>
                </a:ext>
              </a:extLst>
            </p:cNvPr>
            <p:cNvSpPr/>
            <p:nvPr/>
          </p:nvSpPr>
          <p:spPr>
            <a:xfrm>
              <a:off x="564673" y="6681155"/>
              <a:ext cx="10503206" cy="12765023"/>
            </a:xfrm>
            <a:prstGeom prst="rect">
              <a:avLst/>
            </a:prstGeom>
            <a:solidFill>
              <a:schemeClr val="bg1">
                <a:lumMod val="85000"/>
                <a:lumOff val="15000"/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sp>
          <p:nvSpPr>
            <p:cNvPr id="12" name="Title 1">
              <a:extLst>
                <a:ext uri="{FF2B5EF4-FFF2-40B4-BE49-F238E27FC236}">
                  <a16:creationId xmlns:a16="http://schemas.microsoft.com/office/drawing/2014/main" id="{E24BA187-7DDE-63EF-9853-E4B9E55AE4DC}"/>
                </a:ext>
              </a:extLst>
            </p:cNvPr>
            <p:cNvSpPr txBox="1">
              <a:spLocks/>
            </p:cNvSpPr>
            <p:nvPr/>
          </p:nvSpPr>
          <p:spPr>
            <a:xfrm>
              <a:off x="1813971" y="9914885"/>
              <a:ext cx="8101551" cy="4338609"/>
            </a:xfrm>
            <a:prstGeom prst="rect">
              <a:avLst/>
            </a:prstGeom>
          </p:spPr>
          <p:txBody>
            <a:bodyPr anchor="t"/>
            <a:lstStyle>
              <a:lvl1pPr algn="l" defTabSz="27432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0" kern="1200" cap="none" baseline="0">
                  <a:solidFill>
                    <a:schemeClr val="tx2"/>
                  </a:solidFill>
                  <a:latin typeface="NVIDIA Sans Medium" panose="020B0603020203020204" pitchFamily="34" charset="0"/>
                  <a:ea typeface="+mj-ea"/>
                  <a:cs typeface="NVIDIA Sans Medium" panose="020B0603020203020204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sz="6600" dirty="0"/>
                <a:t>Use Case Examples: </a:t>
              </a:r>
              <a:br>
                <a:rPr lang="en-US" sz="6600" dirty="0"/>
              </a:br>
              <a:r>
                <a:rPr lang="en-US" sz="6600" dirty="0"/>
                <a:t>How to Include </a:t>
              </a:r>
              <a:br>
                <a:rPr lang="en-US" sz="6600" dirty="0"/>
              </a:br>
              <a:r>
                <a:rPr lang="en-US" sz="6600" dirty="0"/>
                <a:t>an Image</a:t>
              </a:r>
            </a:p>
          </p:txBody>
        </p:sp>
        <p:sp>
          <p:nvSpPr>
            <p:cNvPr id="13" name="Text Placeholder 7">
              <a:extLst>
                <a:ext uri="{FF2B5EF4-FFF2-40B4-BE49-F238E27FC236}">
                  <a16:creationId xmlns:a16="http://schemas.microsoft.com/office/drawing/2014/main" id="{E2002446-E15F-F6F9-C09A-EE922A6EB7CC}"/>
                </a:ext>
              </a:extLst>
            </p:cNvPr>
            <p:cNvSpPr txBox="1">
              <a:spLocks/>
            </p:cNvSpPr>
            <p:nvPr/>
          </p:nvSpPr>
          <p:spPr>
            <a:xfrm>
              <a:off x="1813971" y="14367072"/>
              <a:ext cx="8101551" cy="3120151"/>
            </a:xfrm>
            <a:prstGeom prst="rect">
              <a:avLst/>
            </a:prstGeom>
          </p:spPr>
          <p:txBody>
            <a:bodyPr/>
            <a:lstStyle>
              <a:lvl1pPr marL="0" indent="0" algn="l" defTabSz="2743200" rtl="0" eaLnBrk="1" latinLnBrk="0" hangingPunct="1">
                <a:lnSpc>
                  <a:spcPct val="90000"/>
                </a:lnSpc>
                <a:spcBef>
                  <a:spcPts val="0"/>
                </a:spcBef>
                <a:buFontTx/>
                <a:buNone/>
                <a:defRPr sz="3600" kern="1200">
                  <a:solidFill>
                    <a:schemeClr val="tx1"/>
                  </a:solidFill>
                  <a:latin typeface="NVIDIA Sans" panose="020B0503020203020204" pitchFamily="34" charset="0"/>
                  <a:ea typeface="+mn-ea"/>
                  <a:cs typeface="NVIDIA Sans" panose="020B0503020203020204" pitchFamily="34" charset="0"/>
                </a:defRPr>
              </a:lvl1pPr>
              <a:lvl2pPr marL="1371600" indent="0" algn="ctr" defTabSz="2743200" rtl="0" eaLnBrk="1" latinLnBrk="0" hangingPunct="1">
                <a:lnSpc>
                  <a:spcPct val="90000"/>
                </a:lnSpc>
                <a:spcBef>
                  <a:spcPts val="1500"/>
                </a:spcBef>
                <a:buFontTx/>
                <a:buNone/>
                <a:defRPr sz="4400" kern="1200">
                  <a:solidFill>
                    <a:schemeClr val="tx1"/>
                  </a:solidFill>
                  <a:latin typeface="NVIDIA Sans" panose="020B0503020203020204" pitchFamily="34" charset="0"/>
                  <a:ea typeface="+mn-ea"/>
                  <a:cs typeface="+mn-cs"/>
                </a:defRPr>
              </a:lvl2pPr>
              <a:lvl3pPr marL="2743200" indent="0" algn="ctr" defTabSz="2743200" rtl="0" eaLnBrk="1" latinLnBrk="0" hangingPunct="1">
                <a:lnSpc>
                  <a:spcPct val="90000"/>
                </a:lnSpc>
                <a:spcBef>
                  <a:spcPts val="1500"/>
                </a:spcBef>
                <a:buFontTx/>
                <a:buNone/>
                <a:defRPr sz="4400" kern="1200">
                  <a:solidFill>
                    <a:schemeClr val="tx1"/>
                  </a:solidFill>
                  <a:latin typeface="NVIDIA Sans" panose="020B0503020203020204" pitchFamily="34" charset="0"/>
                  <a:ea typeface="+mn-ea"/>
                  <a:cs typeface="+mn-cs"/>
                </a:defRPr>
              </a:lvl3pPr>
              <a:lvl4pPr marL="4114800" indent="0" algn="ctr" defTabSz="2743200" rtl="0" eaLnBrk="1" latinLnBrk="0" hangingPunct="1">
                <a:lnSpc>
                  <a:spcPct val="90000"/>
                </a:lnSpc>
                <a:spcBef>
                  <a:spcPts val="1500"/>
                </a:spcBef>
                <a:buFontTx/>
                <a:buNone/>
                <a:defRPr sz="4400" kern="1200">
                  <a:solidFill>
                    <a:schemeClr val="tx1"/>
                  </a:solidFill>
                  <a:latin typeface="NVIDIA Sans" panose="020B0503020203020204" pitchFamily="34" charset="0"/>
                  <a:ea typeface="+mn-ea"/>
                  <a:cs typeface="+mn-cs"/>
                </a:defRPr>
              </a:lvl4pPr>
              <a:lvl5pPr marL="5486400" indent="0" algn="ctr" defTabSz="2743200" rtl="0" eaLnBrk="1" latinLnBrk="0" hangingPunct="1">
                <a:lnSpc>
                  <a:spcPct val="90000"/>
                </a:lnSpc>
                <a:spcBef>
                  <a:spcPts val="1500"/>
                </a:spcBef>
                <a:buFontTx/>
                <a:buNone/>
                <a:defRPr sz="4400" kern="1200">
                  <a:solidFill>
                    <a:schemeClr val="tx1"/>
                  </a:solidFill>
                  <a:latin typeface="NVIDIA Sans" panose="020B0503020203020204" pitchFamily="34" charset="0"/>
                  <a:ea typeface="+mn-ea"/>
                  <a:cs typeface="+mn-cs"/>
                </a:defRPr>
              </a:lvl5pPr>
              <a:lvl6pPr marL="7543800" indent="-685800" algn="l" defTabSz="27432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NVIDIA Sans" panose="020B0503020203020204" pitchFamily="34" charset="0"/>
                <a:buChar char="•"/>
                <a:defRPr sz="5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915400" indent="-685800" algn="l" defTabSz="27432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NVIDIA Sans" panose="020B0503020203020204" pitchFamily="34" charset="0"/>
                <a:buChar char="•"/>
                <a:defRPr sz="5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287000" indent="-685800" algn="l" defTabSz="27432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NVIDIA Sans" panose="020B0503020203020204" pitchFamily="34" charset="0"/>
                <a:buChar char="•"/>
                <a:defRPr sz="5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1658600" indent="-685800" algn="l" defTabSz="27432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NVIDIA Sans" panose="020B0503020203020204" pitchFamily="34" charset="0"/>
                <a:buChar char="•"/>
                <a:defRPr sz="5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After adding image to placeholder box, click on the image and then: right click </a:t>
              </a:r>
              <a:r>
                <a:rPr lang="en-US" dirty="0">
                  <a:sym typeface="Wingdings" panose="05000000000000000000" pitchFamily="2" charset="2"/>
                </a:rPr>
                <a:t></a:t>
              </a:r>
              <a:r>
                <a:rPr lang="en-US" dirty="0"/>
                <a:t> “send to back”</a:t>
              </a:r>
            </a:p>
          </p:txBody>
        </p:sp>
        <p:pic>
          <p:nvPicPr>
            <p:cNvPr id="14" name="Picture 13" descr="Logo  Description automatically generated">
              <a:extLst>
                <a:ext uri="{FF2B5EF4-FFF2-40B4-BE49-F238E27FC236}">
                  <a16:creationId xmlns:a16="http://schemas.microsoft.com/office/drawing/2014/main" id="{AEDDDEEB-7F50-B4CE-CC44-B14CEF7E7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5804" y="7868928"/>
              <a:ext cx="3566301" cy="1228290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FC07CE8-05DB-2587-5120-61B2E571AD5B}"/>
                </a:ext>
              </a:extLst>
            </p:cNvPr>
            <p:cNvSpPr/>
            <p:nvPr/>
          </p:nvSpPr>
          <p:spPr>
            <a:xfrm>
              <a:off x="-1" y="10159052"/>
              <a:ext cx="566928" cy="104149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D339096-674F-8AA0-5F6F-187A6A848376}"/>
              </a:ext>
            </a:extLst>
          </p:cNvPr>
          <p:cNvSpPr/>
          <p:nvPr/>
        </p:nvSpPr>
        <p:spPr>
          <a:xfrm>
            <a:off x="1887125" y="18070520"/>
            <a:ext cx="2863660" cy="385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Partner Logo Here</a:t>
            </a:r>
          </a:p>
        </p:txBody>
      </p:sp>
    </p:spTree>
    <p:extLst>
      <p:ext uri="{BB962C8B-B14F-4D97-AF65-F5344CB8AC3E}">
        <p14:creationId xmlns:p14="http://schemas.microsoft.com/office/powerpoint/2010/main" val="1985484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FF5167-4C29-434B-9879-6212C812C4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This presentation is embargoed until </a:t>
            </a:r>
            <a:r>
              <a:rPr lang="en-US" b="1" dirty="0">
                <a:latin typeface="+mj-lt"/>
              </a:rPr>
              <a:t>[month, day], 20xx at </a:t>
            </a:r>
            <a:r>
              <a:rPr lang="en-US" b="1" dirty="0" err="1">
                <a:latin typeface="+mj-lt"/>
              </a:rPr>
              <a:t>xx:xx</a:t>
            </a:r>
            <a:r>
              <a:rPr lang="en-US" b="1" dirty="0">
                <a:latin typeface="+mj-lt"/>
              </a:rPr>
              <a:t> [time zone]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17A4A24-228E-4933-9A1F-D5DAA1B07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EMBARGO</a:t>
            </a:r>
          </a:p>
        </p:txBody>
      </p:sp>
    </p:spTree>
    <p:extLst>
      <p:ext uri="{BB962C8B-B14F-4D97-AF65-F5344CB8AC3E}">
        <p14:creationId xmlns:p14="http://schemas.microsoft.com/office/powerpoint/2010/main" val="3207529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AE76B-19B2-46FF-A08B-3014226D93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3200" y="1865313"/>
            <a:ext cx="18476913" cy="5943600"/>
          </a:xfrm>
        </p:spPr>
        <p:txBody>
          <a:bodyPr/>
          <a:lstStyle/>
          <a:p>
            <a:r>
              <a:rPr lang="en-US" dirty="0"/>
              <a:t>Example Slides</a:t>
            </a:r>
          </a:p>
        </p:txBody>
      </p:sp>
    </p:spTree>
    <p:extLst>
      <p:ext uri="{BB962C8B-B14F-4D97-AF65-F5344CB8AC3E}">
        <p14:creationId xmlns:p14="http://schemas.microsoft.com/office/powerpoint/2010/main" val="5297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3E5F22-7D96-4788-BC1C-E3B983073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Logo Treatment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4083588-65ED-495D-9255-6AB374C8A6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Logos are full color &amp; alphabetized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573FDF-7589-4AB9-B651-B9BBD86B7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893" y="6383338"/>
            <a:ext cx="25048214" cy="952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105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DAB94A-5E86-4B64-9DAC-574AA2E4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Available Assets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947576-CD7E-9B22-DFF3-CE30A41038F6}"/>
              </a:ext>
            </a:extLst>
          </p:cNvPr>
          <p:cNvSpPr/>
          <p:nvPr/>
        </p:nvSpPr>
        <p:spPr>
          <a:xfrm>
            <a:off x="16422623" y="0"/>
            <a:ext cx="20153378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>
            <a:noFill/>
          </a:ln>
        </p:spPr>
        <p:txBody>
          <a:bodyPr tIns="2194560" anchor="ctr"/>
          <a:lstStyle/>
          <a:p>
            <a:pPr algn="ctr" defTabSz="2743200">
              <a:lnSpc>
                <a:spcPct val="90000"/>
              </a:lnSpc>
              <a:spcBef>
                <a:spcPts val="3000"/>
              </a:spcBef>
            </a:pPr>
            <a:endParaRPr lang="en-US" sz="4000" dirty="0" err="1">
              <a:solidFill>
                <a:schemeClr val="bg2"/>
              </a:solidFill>
              <a:latin typeface="NVIDIA Sans" panose="020B05030202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4A76C5-4E9C-E0FF-600B-40134EF0F2D7}"/>
              </a:ext>
            </a:extLst>
          </p:cNvPr>
          <p:cNvSpPr txBox="1"/>
          <p:nvPr/>
        </p:nvSpPr>
        <p:spPr>
          <a:xfrm>
            <a:off x="17453085" y="2438278"/>
            <a:ext cx="17811749" cy="91409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Images / Campaigns / Events / Videos / Partner Logos: Download from </a:t>
            </a:r>
            <a:r>
              <a:rPr lang="en-US" sz="3600" dirty="0">
                <a:latin typeface="NVIDIA Sans" panose="020B0503020203020204" pitchFamily="34" charset="0"/>
                <a:cs typeface="NVIDIA Sans" panose="020B0503020203020204" pitchFamily="34" charset="0"/>
                <a:hlinkClick r:id="rId2"/>
              </a:rPr>
              <a:t>NVDAM</a:t>
            </a:r>
            <a:endParaRPr lang="en-US" sz="3600" dirty="0">
              <a:latin typeface="NVIDIA Sans" panose="020B0503020203020204" pitchFamily="34" charset="0"/>
              <a:cs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600" dirty="0">
              <a:latin typeface="NVIDIA Sans" panose="020B0503020203020204" pitchFamily="34" charset="0"/>
              <a:cs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600" dirty="0">
              <a:latin typeface="NVIDIA Sans" panose="020B0503020203020204" pitchFamily="34" charset="0"/>
              <a:cs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600" dirty="0">
              <a:latin typeface="NVIDIA Sans" panose="020B0503020203020204" pitchFamily="34" charset="0"/>
              <a:cs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600" dirty="0">
              <a:latin typeface="NVIDIA Sans" panose="020B0503020203020204" pitchFamily="34" charset="0"/>
              <a:cs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600" dirty="0">
              <a:latin typeface="NVIDIA Sans" panose="020B0503020203020204" pitchFamily="34" charset="0"/>
              <a:cs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600" dirty="0">
              <a:latin typeface="NVIDIA Sans" panose="020B0503020203020204" pitchFamily="34" charset="0"/>
              <a:cs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600" dirty="0">
              <a:latin typeface="NVIDIA Sans" panose="020B0503020203020204" pitchFamily="34" charset="0"/>
              <a:cs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600" dirty="0">
              <a:latin typeface="NVIDIA Sans" panose="020B0503020203020204" pitchFamily="34" charset="0"/>
              <a:cs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600" dirty="0">
              <a:latin typeface="NVIDIA Sans" panose="020B0503020203020204" pitchFamily="34" charset="0"/>
              <a:cs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600" dirty="0">
              <a:latin typeface="NVIDIA Sans" panose="020B0503020203020204" pitchFamily="34" charset="0"/>
              <a:cs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600" dirty="0">
              <a:solidFill>
                <a:schemeClr val="bg1"/>
              </a:solidFill>
              <a:latin typeface="NVIDIA Sans" panose="020B0503020203020204" pitchFamily="34" charset="0"/>
              <a:cs typeface="NVIDIA Sans" panose="020B0503020203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Icon Library: Download from </a:t>
            </a:r>
            <a:r>
              <a:rPr lang="en-US" sz="3600" dirty="0">
                <a:latin typeface="NVIDIA Sans" panose="020B0503020203020204" pitchFamily="34" charset="0"/>
                <a:cs typeface="NVIDIA Sans" panose="020B0503020203020204" pitchFamily="34" charset="0"/>
                <a:hlinkClick r:id="rId3"/>
              </a:rPr>
              <a:t>NVDAM Icon Library</a:t>
            </a:r>
            <a:endParaRPr lang="en-US" sz="3600" dirty="0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B1ED76-1012-8984-7A6C-FDF82062C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9883" y="4082641"/>
            <a:ext cx="10690077" cy="51537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31BD06-5488-8A88-E7B9-02F74D0A796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54" t="1291" r="1371" b="1323"/>
          <a:stretch/>
        </p:blipFill>
        <p:spPr>
          <a:xfrm>
            <a:off x="28639356" y="4082639"/>
            <a:ext cx="2918219" cy="51537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C7DF85-FF8A-880C-5CC2-D2D84F955FD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592" t="1207" r="1573" b="1003"/>
          <a:stretch/>
        </p:blipFill>
        <p:spPr>
          <a:xfrm>
            <a:off x="31906971" y="4082640"/>
            <a:ext cx="3305353" cy="51537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D514AF-6003-C478-B4D0-F91C1986264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25538"/>
          <a:stretch/>
        </p:blipFill>
        <p:spPr>
          <a:xfrm>
            <a:off x="17599882" y="12437744"/>
            <a:ext cx="17612441" cy="562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10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3E5F22-7D96-4788-BC1C-E3B983073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Arrowhead and Diagram Design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1ABAAA-E7EE-0068-307E-F796E97A8D06}"/>
              </a:ext>
            </a:extLst>
          </p:cNvPr>
          <p:cNvCxnSpPr/>
          <p:nvPr/>
        </p:nvCxnSpPr>
        <p:spPr>
          <a:xfrm>
            <a:off x="2255721" y="13750636"/>
            <a:ext cx="606829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F4D981B-6AB9-84DB-15DA-1947CED8D19F}"/>
              </a:ext>
            </a:extLst>
          </p:cNvPr>
          <p:cNvCxnSpPr>
            <a:cxnSpLocks/>
          </p:cNvCxnSpPr>
          <p:nvPr/>
        </p:nvCxnSpPr>
        <p:spPr>
          <a:xfrm>
            <a:off x="2255721" y="9041476"/>
            <a:ext cx="6068291" cy="0"/>
          </a:xfrm>
          <a:prstGeom prst="line">
            <a:avLst/>
          </a:prstGeom>
          <a:ln w="12700">
            <a:solidFill>
              <a:schemeClr val="bg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AD5585-72AD-B660-9664-A64C14820D93}"/>
              </a:ext>
            </a:extLst>
          </p:cNvPr>
          <p:cNvCxnSpPr>
            <a:cxnSpLocks/>
          </p:cNvCxnSpPr>
          <p:nvPr/>
        </p:nvCxnSpPr>
        <p:spPr>
          <a:xfrm>
            <a:off x="2255721" y="12573346"/>
            <a:ext cx="6068291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05BF19F-C7ED-37BB-FE0C-F6E7FB852C2E}"/>
              </a:ext>
            </a:extLst>
          </p:cNvPr>
          <p:cNvSpPr/>
          <p:nvPr/>
        </p:nvSpPr>
        <p:spPr>
          <a:xfrm>
            <a:off x="24083357" y="5273040"/>
            <a:ext cx="4724400" cy="1463038"/>
          </a:xfrm>
          <a:prstGeom prst="roundRect">
            <a:avLst/>
          </a:prstGeom>
          <a:solidFill>
            <a:schemeClr val="tx2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chemeClr val="bg1"/>
                </a:solidFill>
              </a:rPr>
              <a:t>Text goes here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C8F44D-D96C-C6C0-E138-BB713E8F2CD3}"/>
              </a:ext>
            </a:extLst>
          </p:cNvPr>
          <p:cNvSpPr/>
          <p:nvPr/>
        </p:nvSpPr>
        <p:spPr>
          <a:xfrm>
            <a:off x="24083357" y="8153400"/>
            <a:ext cx="4724400" cy="3215640"/>
          </a:xfrm>
          <a:prstGeom prst="roundRect">
            <a:avLst>
              <a:gd name="adj" fmla="val 11928"/>
            </a:avLst>
          </a:prstGeom>
          <a:solidFill>
            <a:schemeClr val="accent4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</a:rPr>
              <a:t>Text goes here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DD14FE-6370-CD3E-2270-123913098097}"/>
              </a:ext>
            </a:extLst>
          </p:cNvPr>
          <p:cNvSpPr/>
          <p:nvPr/>
        </p:nvSpPr>
        <p:spPr>
          <a:xfrm>
            <a:off x="21096317" y="16093440"/>
            <a:ext cx="4724400" cy="1463038"/>
          </a:xfrm>
          <a:prstGeom prst="roundRect">
            <a:avLst/>
          </a:prstGeom>
          <a:solidFill>
            <a:schemeClr val="tx2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chemeClr val="bg1"/>
                </a:solidFill>
              </a:rPr>
              <a:t>Text goes here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374D3C-8A9B-DF9F-34B4-D790FC839165}"/>
              </a:ext>
            </a:extLst>
          </p:cNvPr>
          <p:cNvSpPr/>
          <p:nvPr/>
        </p:nvSpPr>
        <p:spPr>
          <a:xfrm>
            <a:off x="27070397" y="16093440"/>
            <a:ext cx="4724400" cy="1463038"/>
          </a:xfrm>
          <a:prstGeom prst="roundRect">
            <a:avLst/>
          </a:prstGeom>
          <a:solidFill>
            <a:schemeClr val="tx2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chemeClr val="bg1"/>
                </a:solidFill>
              </a:rPr>
              <a:t>Text goes here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4FFC817-502B-AFCF-F7E3-B5E2DC478838}"/>
              </a:ext>
            </a:extLst>
          </p:cNvPr>
          <p:cNvSpPr/>
          <p:nvPr/>
        </p:nvSpPr>
        <p:spPr>
          <a:xfrm>
            <a:off x="25348277" y="12633960"/>
            <a:ext cx="2194560" cy="2194560"/>
          </a:xfrm>
          <a:prstGeom prst="ellipse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chemeClr val="bg1"/>
                </a:solidFill>
              </a:rPr>
              <a:t>Text goes here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DCA038A-794B-02F0-71A5-B04B1DDA4535}"/>
              </a:ext>
            </a:extLst>
          </p:cNvPr>
          <p:cNvCxnSpPr>
            <a:cxnSpLocks/>
          </p:cNvCxnSpPr>
          <p:nvPr/>
        </p:nvCxnSpPr>
        <p:spPr>
          <a:xfrm>
            <a:off x="2255721" y="10218766"/>
            <a:ext cx="6068291" cy="0"/>
          </a:xfrm>
          <a:prstGeom prst="line">
            <a:avLst/>
          </a:prstGeom>
          <a:ln w="12700">
            <a:solidFill>
              <a:schemeClr val="bg1"/>
            </a:solidFill>
            <a:headEnd type="none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FD614E-424A-0444-FEE4-81B37DC52FBE}"/>
              </a:ext>
            </a:extLst>
          </p:cNvPr>
          <p:cNvCxnSpPr>
            <a:cxnSpLocks/>
          </p:cNvCxnSpPr>
          <p:nvPr/>
        </p:nvCxnSpPr>
        <p:spPr>
          <a:xfrm>
            <a:off x="2255721" y="11396056"/>
            <a:ext cx="6068291" cy="0"/>
          </a:xfrm>
          <a:prstGeom prst="line">
            <a:avLst/>
          </a:prstGeom>
          <a:ln w="12700">
            <a:solidFill>
              <a:schemeClr val="bg1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E0624E-6751-2473-3F44-C3128747E208}"/>
              </a:ext>
            </a:extLst>
          </p:cNvPr>
          <p:cNvCxnSpPr>
            <a:cxnSpLocks/>
          </p:cNvCxnSpPr>
          <p:nvPr/>
        </p:nvCxnSpPr>
        <p:spPr>
          <a:xfrm>
            <a:off x="26440016" y="6960004"/>
            <a:ext cx="0" cy="969469"/>
          </a:xfrm>
          <a:prstGeom prst="line">
            <a:avLst/>
          </a:prstGeom>
          <a:ln w="12700">
            <a:solidFill>
              <a:schemeClr val="bg1"/>
            </a:solidFill>
            <a:headEnd type="none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5F21B4-27A2-377E-9A18-E0282B2B86FE}"/>
              </a:ext>
            </a:extLst>
          </p:cNvPr>
          <p:cNvCxnSpPr>
            <a:cxnSpLocks/>
          </p:cNvCxnSpPr>
          <p:nvPr/>
        </p:nvCxnSpPr>
        <p:spPr>
          <a:xfrm>
            <a:off x="26440016" y="11479011"/>
            <a:ext cx="0" cy="969469"/>
          </a:xfrm>
          <a:prstGeom prst="line">
            <a:avLst/>
          </a:prstGeom>
          <a:ln w="12700">
            <a:solidFill>
              <a:schemeClr val="bg1"/>
            </a:solidFill>
            <a:headEnd type="none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C05A23C-12F1-3E0D-8E48-EF0C389483A9}"/>
              </a:ext>
            </a:extLst>
          </p:cNvPr>
          <p:cNvGrpSpPr/>
          <p:nvPr/>
        </p:nvGrpSpPr>
        <p:grpSpPr>
          <a:xfrm>
            <a:off x="23421363" y="13731240"/>
            <a:ext cx="1554480" cy="2066749"/>
            <a:chOff x="20643526" y="13731240"/>
            <a:chExt cx="1554480" cy="2066749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738913E-8161-2161-F2F4-DFF86AC76CF4}"/>
                </a:ext>
              </a:extLst>
            </p:cNvPr>
            <p:cNvCxnSpPr>
              <a:cxnSpLocks/>
            </p:cNvCxnSpPr>
            <p:nvPr/>
          </p:nvCxnSpPr>
          <p:spPr>
            <a:xfrm>
              <a:off x="20650200" y="13731240"/>
              <a:ext cx="0" cy="2066749"/>
            </a:xfrm>
            <a:prstGeom prst="line">
              <a:avLst/>
            </a:prstGeom>
            <a:ln w="12700">
              <a:solidFill>
                <a:schemeClr val="bg1"/>
              </a:solidFill>
              <a:headEnd type="none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4F0EC52-5061-05B5-BAE6-7CF2FD79A75F}"/>
                </a:ext>
              </a:extLst>
            </p:cNvPr>
            <p:cNvCxnSpPr>
              <a:cxnSpLocks/>
            </p:cNvCxnSpPr>
            <p:nvPr/>
          </p:nvCxnSpPr>
          <p:spPr>
            <a:xfrm>
              <a:off x="20643526" y="13735396"/>
              <a:ext cx="155448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63B2F8D-2714-0D5C-B56E-A3E8A35ADECC}"/>
              </a:ext>
            </a:extLst>
          </p:cNvPr>
          <p:cNvGrpSpPr/>
          <p:nvPr/>
        </p:nvGrpSpPr>
        <p:grpSpPr>
          <a:xfrm flipH="1">
            <a:off x="27839628" y="13731240"/>
            <a:ext cx="1554480" cy="2066749"/>
            <a:chOff x="20643526" y="13731240"/>
            <a:chExt cx="1554480" cy="2066749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2C687BC-33D5-652B-74F9-FE6DEC295E23}"/>
                </a:ext>
              </a:extLst>
            </p:cNvPr>
            <p:cNvCxnSpPr>
              <a:cxnSpLocks/>
            </p:cNvCxnSpPr>
            <p:nvPr/>
          </p:nvCxnSpPr>
          <p:spPr>
            <a:xfrm>
              <a:off x="20650200" y="13731240"/>
              <a:ext cx="0" cy="2066749"/>
            </a:xfrm>
            <a:prstGeom prst="line">
              <a:avLst/>
            </a:prstGeom>
            <a:ln w="12700">
              <a:solidFill>
                <a:schemeClr val="bg1"/>
              </a:solidFill>
              <a:headEnd type="none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AF810CF-CCD0-8421-F044-128516C9E4CB}"/>
                </a:ext>
              </a:extLst>
            </p:cNvPr>
            <p:cNvCxnSpPr>
              <a:cxnSpLocks/>
            </p:cNvCxnSpPr>
            <p:nvPr/>
          </p:nvCxnSpPr>
          <p:spPr>
            <a:xfrm>
              <a:off x="20643526" y="13735396"/>
              <a:ext cx="155448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Arc 25">
            <a:extLst>
              <a:ext uri="{FF2B5EF4-FFF2-40B4-BE49-F238E27FC236}">
                <a16:creationId xmlns:a16="http://schemas.microsoft.com/office/drawing/2014/main" id="{81E1AA2E-6961-9ABC-1DF3-BDF9B1F77709}"/>
              </a:ext>
            </a:extLst>
          </p:cNvPr>
          <p:cNvSpPr/>
          <p:nvPr/>
        </p:nvSpPr>
        <p:spPr>
          <a:xfrm rot="18498567">
            <a:off x="27039916" y="6950248"/>
            <a:ext cx="4846318" cy="4846318"/>
          </a:xfrm>
          <a:prstGeom prst="arc">
            <a:avLst/>
          </a:prstGeom>
          <a:ln w="19050">
            <a:solidFill>
              <a:schemeClr val="bg1"/>
            </a:solidFill>
            <a:head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1317A972-3F85-34D0-9C20-B9F17BE9500F}"/>
              </a:ext>
            </a:extLst>
          </p:cNvPr>
          <p:cNvSpPr/>
          <p:nvPr/>
        </p:nvSpPr>
        <p:spPr>
          <a:xfrm rot="3015712" flipV="1">
            <a:off x="27039916" y="7700124"/>
            <a:ext cx="4846318" cy="4846318"/>
          </a:xfrm>
          <a:prstGeom prst="arc">
            <a:avLst/>
          </a:prstGeom>
          <a:ln w="19050">
            <a:solidFill>
              <a:schemeClr val="bg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2B0D883-678A-1B1F-D7DD-9DD389C42750}"/>
              </a:ext>
            </a:extLst>
          </p:cNvPr>
          <p:cNvSpPr/>
          <p:nvPr/>
        </p:nvSpPr>
        <p:spPr>
          <a:xfrm>
            <a:off x="29387434" y="7769454"/>
            <a:ext cx="3474720" cy="1463038"/>
          </a:xfrm>
          <a:prstGeom prst="roundRect">
            <a:avLst/>
          </a:prstGeom>
          <a:solidFill>
            <a:schemeClr val="tx2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chemeClr val="bg1"/>
                </a:solidFill>
              </a:rPr>
              <a:t>Text goes here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7BAE90F-7283-DF76-42B5-10A380B1931B}"/>
              </a:ext>
            </a:extLst>
          </p:cNvPr>
          <p:cNvSpPr/>
          <p:nvPr/>
        </p:nvSpPr>
        <p:spPr>
          <a:xfrm>
            <a:off x="29387434" y="10188286"/>
            <a:ext cx="3474720" cy="1463038"/>
          </a:xfrm>
          <a:prstGeom prst="roundRect">
            <a:avLst/>
          </a:prstGeom>
          <a:noFill/>
          <a:ln w="12700">
            <a:solidFill>
              <a:schemeClr val="tx2"/>
            </a:solidFill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chemeClr val="bg1"/>
                </a:solidFill>
              </a:rPr>
              <a:t>Text goes here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6A71110-E218-9848-218B-9A751CDB0EC8}"/>
              </a:ext>
            </a:extLst>
          </p:cNvPr>
          <p:cNvCxnSpPr>
            <a:cxnSpLocks/>
          </p:cNvCxnSpPr>
          <p:nvPr/>
        </p:nvCxnSpPr>
        <p:spPr>
          <a:xfrm flipV="1">
            <a:off x="31124794" y="9373408"/>
            <a:ext cx="0" cy="640080"/>
          </a:xfrm>
          <a:prstGeom prst="line">
            <a:avLst/>
          </a:prstGeom>
          <a:ln w="12700">
            <a:solidFill>
              <a:schemeClr val="bg1"/>
            </a:solidFill>
            <a:headEnd type="none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7A2FC55-74FB-01DD-EEE5-58418FF082BE}"/>
              </a:ext>
            </a:extLst>
          </p:cNvPr>
          <p:cNvSpPr txBox="1"/>
          <p:nvPr/>
        </p:nvSpPr>
        <p:spPr>
          <a:xfrm>
            <a:off x="21999337" y="7253175"/>
            <a:ext cx="2986523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n-US" sz="32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Text goes here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617A8E-5618-A015-E97B-329DB6BA43D1}"/>
              </a:ext>
            </a:extLst>
          </p:cNvPr>
          <p:cNvSpPr txBox="1"/>
          <p:nvPr/>
        </p:nvSpPr>
        <p:spPr>
          <a:xfrm>
            <a:off x="9553071" y="13496029"/>
            <a:ext cx="4780989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Line weight 1.0pt., black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150A74B-B5E1-1FFA-AAEF-9926FFC1790D}"/>
              </a:ext>
            </a:extLst>
          </p:cNvPr>
          <p:cNvCxnSpPr>
            <a:cxnSpLocks/>
          </p:cNvCxnSpPr>
          <p:nvPr/>
        </p:nvCxnSpPr>
        <p:spPr>
          <a:xfrm>
            <a:off x="18288000" y="4328160"/>
            <a:ext cx="0" cy="1426464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7D75875-EB3D-A58D-0D13-697CEC18F2C9}"/>
              </a:ext>
            </a:extLst>
          </p:cNvPr>
          <p:cNvSpPr txBox="1"/>
          <p:nvPr/>
        </p:nvSpPr>
        <p:spPr>
          <a:xfrm>
            <a:off x="9553071" y="12335319"/>
            <a:ext cx="6207661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Dashed line weight 1.5pt., black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CE2579-CA95-AD2B-148B-585709110CA8}"/>
              </a:ext>
            </a:extLst>
          </p:cNvPr>
          <p:cNvSpPr txBox="1"/>
          <p:nvPr/>
        </p:nvSpPr>
        <p:spPr>
          <a:xfrm>
            <a:off x="9553071" y="9943842"/>
            <a:ext cx="6836423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Arrowhead line weight 1.0pt., black</a:t>
            </a: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EF97BF58-96C3-B84C-ABE9-99DDA54E198C}"/>
              </a:ext>
            </a:extLst>
          </p:cNvPr>
          <p:cNvSpPr/>
          <p:nvPr/>
        </p:nvSpPr>
        <p:spPr>
          <a:xfrm>
            <a:off x="8704481" y="8854094"/>
            <a:ext cx="754656" cy="2767568"/>
          </a:xfrm>
          <a:prstGeom prst="rightBrace">
            <a:avLst>
              <a:gd name="adj1" fmla="val 46471"/>
              <a:gd name="adj2" fmla="val 50000"/>
            </a:avLst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93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3E5F22-7D96-4788-BC1C-E3B983073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Design 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3E493C-A463-72A3-CB89-7E6F1AB99FA6}"/>
              </a:ext>
            </a:extLst>
          </p:cNvPr>
          <p:cNvSpPr/>
          <p:nvPr/>
        </p:nvSpPr>
        <p:spPr>
          <a:xfrm>
            <a:off x="4114800" y="5003065"/>
            <a:ext cx="14050382" cy="4439395"/>
          </a:xfrm>
          <a:prstGeom prst="rect">
            <a:avLst/>
          </a:prstGeom>
          <a:solidFill>
            <a:schemeClr val="tx2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74320" rIns="45720" bIns="91440" rtlCol="0" anchor="t"/>
          <a:lstStyle/>
          <a:p>
            <a:pPr algn="ctr">
              <a:lnSpc>
                <a:spcPct val="90000"/>
              </a:lnSpc>
            </a:pPr>
            <a:r>
              <a:rPr lang="en-US" sz="44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99C83C-5C48-371A-7EB3-7DE320386B79}"/>
              </a:ext>
            </a:extLst>
          </p:cNvPr>
          <p:cNvSpPr/>
          <p:nvPr/>
        </p:nvSpPr>
        <p:spPr>
          <a:xfrm>
            <a:off x="4114800" y="9932077"/>
            <a:ext cx="28321300" cy="4436252"/>
          </a:xfrm>
          <a:prstGeom prst="rect">
            <a:avLst/>
          </a:prstGeom>
          <a:solidFill>
            <a:schemeClr val="accent1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365760" rIns="45720" bIns="91440" rtlCol="0" anchor="t"/>
          <a:lstStyle/>
          <a:p>
            <a:pPr algn="ctr">
              <a:lnSpc>
                <a:spcPct val="90000"/>
              </a:lnSpc>
            </a:pPr>
            <a:r>
              <a:rPr lang="en-US" sz="44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0ECD8B-4077-4B02-8D66-E8665F0F574F}"/>
              </a:ext>
            </a:extLst>
          </p:cNvPr>
          <p:cNvSpPr/>
          <p:nvPr/>
        </p:nvSpPr>
        <p:spPr>
          <a:xfrm>
            <a:off x="4524768" y="11173666"/>
            <a:ext cx="4389120" cy="12756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4796230-6401-2C3F-7F0A-AC73A5A31C35}"/>
              </a:ext>
            </a:extLst>
          </p:cNvPr>
          <p:cNvSpPr/>
          <p:nvPr/>
        </p:nvSpPr>
        <p:spPr>
          <a:xfrm>
            <a:off x="9152237" y="11173666"/>
            <a:ext cx="4389120" cy="12756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D17FB3-E682-9745-C0D5-034AFA5B010B}"/>
              </a:ext>
            </a:extLst>
          </p:cNvPr>
          <p:cNvSpPr/>
          <p:nvPr/>
        </p:nvSpPr>
        <p:spPr>
          <a:xfrm>
            <a:off x="13779706" y="11173666"/>
            <a:ext cx="4389120" cy="12756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428247-AA2E-82B8-FFAB-BF9A99813474}"/>
              </a:ext>
            </a:extLst>
          </p:cNvPr>
          <p:cNvSpPr/>
          <p:nvPr/>
        </p:nvSpPr>
        <p:spPr>
          <a:xfrm>
            <a:off x="18407175" y="11173666"/>
            <a:ext cx="4389120" cy="12756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3C9B5F-A132-3ECC-EABF-B05A07BCE86F}"/>
              </a:ext>
            </a:extLst>
          </p:cNvPr>
          <p:cNvSpPr/>
          <p:nvPr/>
        </p:nvSpPr>
        <p:spPr>
          <a:xfrm>
            <a:off x="23034644" y="11173666"/>
            <a:ext cx="4389120" cy="12756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79AFE74-D8DE-7842-A712-A0FADC9172C1}"/>
              </a:ext>
            </a:extLst>
          </p:cNvPr>
          <p:cNvSpPr/>
          <p:nvPr/>
        </p:nvSpPr>
        <p:spPr>
          <a:xfrm>
            <a:off x="27662112" y="11173666"/>
            <a:ext cx="4389120" cy="12756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23F2A9-6E1C-0D85-F058-7DCDED6B40FE}"/>
              </a:ext>
            </a:extLst>
          </p:cNvPr>
          <p:cNvSpPr/>
          <p:nvPr/>
        </p:nvSpPr>
        <p:spPr>
          <a:xfrm>
            <a:off x="4114800" y="14857946"/>
            <a:ext cx="28346400" cy="1275680"/>
          </a:xfrm>
          <a:prstGeom prst="rect">
            <a:avLst/>
          </a:prstGeom>
          <a:solidFill>
            <a:schemeClr val="accent6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4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F2C7BF5-0DB1-A165-2823-F54C8A795FFC}"/>
              </a:ext>
            </a:extLst>
          </p:cNvPr>
          <p:cNvSpPr/>
          <p:nvPr/>
        </p:nvSpPr>
        <p:spPr>
          <a:xfrm>
            <a:off x="4114799" y="16623243"/>
            <a:ext cx="14050381" cy="1275680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4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76ACD79-8772-0F57-4F32-8B9C7FBC533C}"/>
              </a:ext>
            </a:extLst>
          </p:cNvPr>
          <p:cNvSpPr/>
          <p:nvPr/>
        </p:nvSpPr>
        <p:spPr>
          <a:xfrm>
            <a:off x="18385718" y="16623243"/>
            <a:ext cx="14075482" cy="1275680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4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A386967-5103-0F62-95DB-11A939074865}"/>
              </a:ext>
            </a:extLst>
          </p:cNvPr>
          <p:cNvSpPr/>
          <p:nvPr/>
        </p:nvSpPr>
        <p:spPr>
          <a:xfrm>
            <a:off x="4524768" y="12705038"/>
            <a:ext cx="4389120" cy="12756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CBD7B83-A2E5-D9B0-C3F8-6FE1B4F2A9E4}"/>
              </a:ext>
            </a:extLst>
          </p:cNvPr>
          <p:cNvSpPr/>
          <p:nvPr/>
        </p:nvSpPr>
        <p:spPr>
          <a:xfrm>
            <a:off x="9152237" y="12705038"/>
            <a:ext cx="4389120" cy="12756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2AE7258-262B-DD20-9A32-2BD8BF29FAB1}"/>
              </a:ext>
            </a:extLst>
          </p:cNvPr>
          <p:cNvSpPr/>
          <p:nvPr/>
        </p:nvSpPr>
        <p:spPr>
          <a:xfrm>
            <a:off x="13779706" y="12705038"/>
            <a:ext cx="4389120" cy="12756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C657A07-32A6-D612-347D-B4B036BE8C1D}"/>
              </a:ext>
            </a:extLst>
          </p:cNvPr>
          <p:cNvSpPr/>
          <p:nvPr/>
        </p:nvSpPr>
        <p:spPr>
          <a:xfrm>
            <a:off x="18407175" y="12705038"/>
            <a:ext cx="4389120" cy="12756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F96ED84-AD1B-209B-684B-0FD2A0481D0D}"/>
              </a:ext>
            </a:extLst>
          </p:cNvPr>
          <p:cNvSpPr/>
          <p:nvPr/>
        </p:nvSpPr>
        <p:spPr>
          <a:xfrm>
            <a:off x="23034644" y="12705038"/>
            <a:ext cx="4389120" cy="12756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D39F1FE-24D7-260E-01E5-274EF906DBBA}"/>
              </a:ext>
            </a:extLst>
          </p:cNvPr>
          <p:cNvSpPr/>
          <p:nvPr/>
        </p:nvSpPr>
        <p:spPr>
          <a:xfrm>
            <a:off x="27662112" y="12705038"/>
            <a:ext cx="4389120" cy="12756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FDDF630-2590-E454-D45A-C0AC4852CABA}"/>
              </a:ext>
            </a:extLst>
          </p:cNvPr>
          <p:cNvSpPr/>
          <p:nvPr/>
        </p:nvSpPr>
        <p:spPr>
          <a:xfrm>
            <a:off x="18385718" y="5003065"/>
            <a:ext cx="14050382" cy="4439395"/>
          </a:xfrm>
          <a:prstGeom prst="rect">
            <a:avLst/>
          </a:prstGeom>
          <a:solidFill>
            <a:schemeClr val="tx2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74320" rIns="45720" bIns="91440" rtlCol="0" anchor="t"/>
          <a:lstStyle/>
          <a:p>
            <a:pPr algn="ctr">
              <a:lnSpc>
                <a:spcPct val="90000"/>
              </a:lnSpc>
            </a:pPr>
            <a:r>
              <a:rPr lang="en-US" sz="44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69" name="Text Placeholder 52">
            <a:extLst>
              <a:ext uri="{FF2B5EF4-FFF2-40B4-BE49-F238E27FC236}">
                <a16:creationId xmlns:a16="http://schemas.microsoft.com/office/drawing/2014/main" id="{2310DAFF-AC21-F21A-499E-DD5ECCD7CC67}"/>
              </a:ext>
            </a:extLst>
          </p:cNvPr>
          <p:cNvSpPr txBox="1">
            <a:spLocks/>
          </p:cNvSpPr>
          <p:nvPr/>
        </p:nvSpPr>
        <p:spPr>
          <a:xfrm>
            <a:off x="24345900" y="572125"/>
            <a:ext cx="11623936" cy="37427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2"/>
            </a:solidFill>
          </a:ln>
        </p:spPr>
        <p:txBody>
          <a:bodyPr lIns="365760" tIns="365760" rIns="365760" bIns="365760" anchor="ctr"/>
          <a:lstStyle>
            <a:lvl1pPr marL="1537678" indent="-1537678" algn="l" rtl="0" fontAlgn="base">
              <a:lnSpc>
                <a:spcPct val="100000"/>
              </a:lnSpc>
              <a:spcBef>
                <a:spcPts val="1615"/>
              </a:spcBef>
              <a:spcAft>
                <a:spcPct val="0"/>
              </a:spcAft>
              <a:buSzPct val="100000"/>
              <a:buFontTx/>
              <a:buBlip>
                <a:blip r:embed="rId2"/>
              </a:buBlip>
              <a:defRPr sz="12923" b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ea typeface="+mn-ea"/>
                <a:cs typeface="+mn-cs"/>
              </a:defRPr>
            </a:lvl1pPr>
            <a:lvl2pPr marL="4100468" indent="-1537678" algn="l" rtl="0" fontAlgn="base">
              <a:lnSpc>
                <a:spcPct val="100000"/>
              </a:lnSpc>
              <a:spcBef>
                <a:spcPts val="1615"/>
              </a:spcBef>
              <a:spcAft>
                <a:spcPct val="0"/>
              </a:spcAft>
              <a:buSzPct val="100000"/>
              <a:buFontTx/>
              <a:buBlip>
                <a:blip r:embed="rId2"/>
              </a:buBlip>
              <a:defRPr sz="11846" b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2pPr>
            <a:lvl3pPr marL="6150695" indent="-1267111" algn="l" rtl="0" fontAlgn="base">
              <a:spcBef>
                <a:spcPct val="20000"/>
              </a:spcBef>
              <a:spcAft>
                <a:spcPct val="0"/>
              </a:spcAft>
              <a:buSzPct val="100000"/>
              <a:buFontTx/>
              <a:buBlip>
                <a:blip r:embed="rId3"/>
              </a:buBlip>
              <a:defRPr sz="8076" b="0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7958844" indent="-102511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8974">
                <a:solidFill>
                  <a:schemeClr val="bg1"/>
                </a:solidFill>
                <a:latin typeface="+mn-lt"/>
              </a:defRPr>
            </a:lvl4pPr>
            <a:lvl5pPr marL="9496524" indent="-1025115" algn="l" rtl="0" fontAlgn="base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5pPr>
            <a:lvl6pPr marL="11546753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6pPr>
            <a:lvl7pPr marL="13596926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7pPr>
            <a:lvl8pPr marL="15647149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8pPr>
            <a:lvl9pPr marL="17697359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 defTabSz="914400">
              <a:buNone/>
            </a:pPr>
            <a:r>
              <a:rPr lang="en-US" sz="4400" kern="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NOTE: </a:t>
            </a:r>
            <a:br>
              <a:rPr lang="en-US" sz="4400" kern="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</a:br>
            <a:r>
              <a:rPr lang="en-US" sz="4400" kern="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On NVIDIA Green Boxes, Light and Medium Gray; text is </a:t>
            </a:r>
            <a:r>
              <a:rPr lang="en-US" sz="4400" u="sng" kern="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BLACK</a:t>
            </a:r>
          </a:p>
          <a:p>
            <a:pPr marL="0" indent="0" defTabSz="914400">
              <a:buNone/>
            </a:pPr>
            <a:r>
              <a:rPr lang="en-US" sz="4400" kern="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On all other colored boxes; text is </a:t>
            </a:r>
            <a:r>
              <a:rPr lang="en-US" sz="4400" u="sng" kern="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WHITE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E6356B7-3531-2DC0-4BA3-2CFDA646D450}"/>
              </a:ext>
            </a:extLst>
          </p:cNvPr>
          <p:cNvSpPr/>
          <p:nvPr/>
        </p:nvSpPr>
        <p:spPr>
          <a:xfrm>
            <a:off x="4524768" y="6230706"/>
            <a:ext cx="4224528" cy="280705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895D10C-093F-51E0-C49A-FE5A7AA50884}"/>
              </a:ext>
            </a:extLst>
          </p:cNvPr>
          <p:cNvSpPr/>
          <p:nvPr/>
        </p:nvSpPr>
        <p:spPr>
          <a:xfrm>
            <a:off x="9037159" y="6230706"/>
            <a:ext cx="4224528" cy="280705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CF2A7EA-B7C8-4DC5-DD1F-0A64A4E0F08F}"/>
              </a:ext>
            </a:extLst>
          </p:cNvPr>
          <p:cNvSpPr/>
          <p:nvPr/>
        </p:nvSpPr>
        <p:spPr>
          <a:xfrm>
            <a:off x="13549550" y="6230706"/>
            <a:ext cx="4224528" cy="280705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D1D1505-1D21-F0F8-D4EA-04EB57F8544C}"/>
              </a:ext>
            </a:extLst>
          </p:cNvPr>
          <p:cNvSpPr/>
          <p:nvPr/>
        </p:nvSpPr>
        <p:spPr>
          <a:xfrm>
            <a:off x="18801922" y="6230706"/>
            <a:ext cx="4224528" cy="280705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49AE2E7-E9BC-675B-4324-6EF82DE18F22}"/>
              </a:ext>
            </a:extLst>
          </p:cNvPr>
          <p:cNvSpPr/>
          <p:nvPr/>
        </p:nvSpPr>
        <p:spPr>
          <a:xfrm>
            <a:off x="23314313" y="6230706"/>
            <a:ext cx="4224528" cy="280705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A23E250-05E6-1582-8E93-5601BC27419C}"/>
              </a:ext>
            </a:extLst>
          </p:cNvPr>
          <p:cNvSpPr/>
          <p:nvPr/>
        </p:nvSpPr>
        <p:spPr>
          <a:xfrm>
            <a:off x="27826704" y="6230706"/>
            <a:ext cx="4224528" cy="280705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bg1"/>
                </a:solidFill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03495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3E5F22-7D96-4788-BC1C-E3B983073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Design Sample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A19CEF-14F8-E77B-10CB-0368AF1673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NVIDIA highlighted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BD4172-1F6E-1342-A1D2-3E60EB29B3B5}"/>
              </a:ext>
            </a:extLst>
          </p:cNvPr>
          <p:cNvSpPr/>
          <p:nvPr/>
        </p:nvSpPr>
        <p:spPr>
          <a:xfrm>
            <a:off x="4114800" y="5003065"/>
            <a:ext cx="14050382" cy="4439395"/>
          </a:xfrm>
          <a:prstGeom prst="rect">
            <a:avLst/>
          </a:prstGeom>
          <a:solidFill>
            <a:schemeClr val="accent5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74320" rIns="45720" bIns="91440" rtlCol="0" anchor="t"/>
          <a:lstStyle/>
          <a:p>
            <a:pPr algn="ctr">
              <a:lnSpc>
                <a:spcPct val="90000"/>
              </a:lnSpc>
            </a:pPr>
            <a:r>
              <a:rPr lang="en-US" sz="44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F5CEBED-7305-9557-7724-AD96783143D4}"/>
              </a:ext>
            </a:extLst>
          </p:cNvPr>
          <p:cNvSpPr/>
          <p:nvPr/>
        </p:nvSpPr>
        <p:spPr>
          <a:xfrm>
            <a:off x="4114800" y="9932077"/>
            <a:ext cx="28321300" cy="4436252"/>
          </a:xfrm>
          <a:prstGeom prst="rect">
            <a:avLst/>
          </a:prstGeom>
          <a:solidFill>
            <a:schemeClr val="tx2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365760" rIns="45720" bIns="91440" rtlCol="0" anchor="t"/>
          <a:lstStyle/>
          <a:p>
            <a:pPr algn="ctr">
              <a:lnSpc>
                <a:spcPct val="90000"/>
              </a:lnSpc>
            </a:pPr>
            <a:r>
              <a:rPr lang="en-US" sz="44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52608E5-182E-3F70-B2AA-C3D9C4779B29}"/>
              </a:ext>
            </a:extLst>
          </p:cNvPr>
          <p:cNvSpPr/>
          <p:nvPr/>
        </p:nvSpPr>
        <p:spPr>
          <a:xfrm>
            <a:off x="4524768" y="11173666"/>
            <a:ext cx="4389120" cy="127568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07B8696-7688-EEE1-5AB3-284768C644C3}"/>
              </a:ext>
            </a:extLst>
          </p:cNvPr>
          <p:cNvSpPr/>
          <p:nvPr/>
        </p:nvSpPr>
        <p:spPr>
          <a:xfrm>
            <a:off x="9152237" y="11173666"/>
            <a:ext cx="4389120" cy="127568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DF00187-5FFD-2D46-0B6D-23EDF6406DDF}"/>
              </a:ext>
            </a:extLst>
          </p:cNvPr>
          <p:cNvSpPr/>
          <p:nvPr/>
        </p:nvSpPr>
        <p:spPr>
          <a:xfrm>
            <a:off x="13779706" y="11173666"/>
            <a:ext cx="4389120" cy="127568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F0A200D-3CEF-3505-F7EC-EAA9E481FA2D}"/>
              </a:ext>
            </a:extLst>
          </p:cNvPr>
          <p:cNvSpPr/>
          <p:nvPr/>
        </p:nvSpPr>
        <p:spPr>
          <a:xfrm>
            <a:off x="18407175" y="11173666"/>
            <a:ext cx="4389120" cy="127568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F406535-68DB-F4D3-3AEB-B7F80ADFC4C4}"/>
              </a:ext>
            </a:extLst>
          </p:cNvPr>
          <p:cNvSpPr/>
          <p:nvPr/>
        </p:nvSpPr>
        <p:spPr>
          <a:xfrm>
            <a:off x="23034644" y="11173666"/>
            <a:ext cx="4389120" cy="127568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C152030-5AF6-035B-1A74-8066DE808E32}"/>
              </a:ext>
            </a:extLst>
          </p:cNvPr>
          <p:cNvSpPr/>
          <p:nvPr/>
        </p:nvSpPr>
        <p:spPr>
          <a:xfrm>
            <a:off x="27662112" y="11173666"/>
            <a:ext cx="4389120" cy="127568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3AAF9E8-03C0-371A-3970-F6C25BC19F74}"/>
              </a:ext>
            </a:extLst>
          </p:cNvPr>
          <p:cNvSpPr/>
          <p:nvPr/>
        </p:nvSpPr>
        <p:spPr>
          <a:xfrm>
            <a:off x="4114800" y="14857946"/>
            <a:ext cx="28346400" cy="1275680"/>
          </a:xfrm>
          <a:prstGeom prst="rect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4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B0DB623-7708-7701-7A15-3E4CD3013238}"/>
              </a:ext>
            </a:extLst>
          </p:cNvPr>
          <p:cNvSpPr/>
          <p:nvPr/>
        </p:nvSpPr>
        <p:spPr>
          <a:xfrm>
            <a:off x="4114799" y="16623243"/>
            <a:ext cx="14050381" cy="1275680"/>
          </a:xfrm>
          <a:prstGeom prst="rect">
            <a:avLst/>
          </a:prstGeom>
          <a:solidFill>
            <a:schemeClr val="accent5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4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D9AEC33-4186-51DB-993B-A4ED980D28FD}"/>
              </a:ext>
            </a:extLst>
          </p:cNvPr>
          <p:cNvSpPr/>
          <p:nvPr/>
        </p:nvSpPr>
        <p:spPr>
          <a:xfrm>
            <a:off x="18385718" y="16623243"/>
            <a:ext cx="14075482" cy="1275680"/>
          </a:xfrm>
          <a:prstGeom prst="rect">
            <a:avLst/>
          </a:prstGeom>
          <a:solidFill>
            <a:schemeClr val="accent5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4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75ACDD6-CB79-EBBA-16C0-5823B4879767}"/>
              </a:ext>
            </a:extLst>
          </p:cNvPr>
          <p:cNvSpPr/>
          <p:nvPr/>
        </p:nvSpPr>
        <p:spPr>
          <a:xfrm>
            <a:off x="4524768" y="12705038"/>
            <a:ext cx="4389120" cy="127568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39B759A-531B-E740-3277-1A567E0C01F8}"/>
              </a:ext>
            </a:extLst>
          </p:cNvPr>
          <p:cNvSpPr/>
          <p:nvPr/>
        </p:nvSpPr>
        <p:spPr>
          <a:xfrm>
            <a:off x="9152237" y="12705038"/>
            <a:ext cx="4389120" cy="127568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9B968DA-73A5-4789-F53A-5E041E056F2D}"/>
              </a:ext>
            </a:extLst>
          </p:cNvPr>
          <p:cNvSpPr/>
          <p:nvPr/>
        </p:nvSpPr>
        <p:spPr>
          <a:xfrm>
            <a:off x="13779706" y="12705038"/>
            <a:ext cx="4389120" cy="127568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80EDB91-BABA-3E58-4D20-D80C60457FDB}"/>
              </a:ext>
            </a:extLst>
          </p:cNvPr>
          <p:cNvSpPr/>
          <p:nvPr/>
        </p:nvSpPr>
        <p:spPr>
          <a:xfrm>
            <a:off x="18407175" y="12705038"/>
            <a:ext cx="4389120" cy="127568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5F8FFFA-9C9C-5FD4-CA36-1C1AC518A9CA}"/>
              </a:ext>
            </a:extLst>
          </p:cNvPr>
          <p:cNvSpPr/>
          <p:nvPr/>
        </p:nvSpPr>
        <p:spPr>
          <a:xfrm>
            <a:off x="23034644" y="12705038"/>
            <a:ext cx="4389120" cy="127568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3F254C8-1A3A-6566-05F8-C8D21A313FE0}"/>
              </a:ext>
            </a:extLst>
          </p:cNvPr>
          <p:cNvSpPr/>
          <p:nvPr/>
        </p:nvSpPr>
        <p:spPr>
          <a:xfrm>
            <a:off x="27662112" y="12705038"/>
            <a:ext cx="4389120" cy="127568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8CF5E1E-DF3F-FEC4-509A-FC556602D678}"/>
              </a:ext>
            </a:extLst>
          </p:cNvPr>
          <p:cNvSpPr/>
          <p:nvPr/>
        </p:nvSpPr>
        <p:spPr>
          <a:xfrm>
            <a:off x="18385718" y="5003065"/>
            <a:ext cx="14050382" cy="4439395"/>
          </a:xfrm>
          <a:prstGeom prst="rect">
            <a:avLst/>
          </a:prstGeom>
          <a:solidFill>
            <a:schemeClr val="accent5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74320" rIns="45720" bIns="91440" rtlCol="0" anchor="t"/>
          <a:lstStyle/>
          <a:p>
            <a:pPr algn="ctr">
              <a:lnSpc>
                <a:spcPct val="90000"/>
              </a:lnSpc>
            </a:pPr>
            <a:r>
              <a:rPr lang="en-US" sz="44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1FB51EC-8177-E8D6-2F2D-6B487332E126}"/>
              </a:ext>
            </a:extLst>
          </p:cNvPr>
          <p:cNvSpPr/>
          <p:nvPr/>
        </p:nvSpPr>
        <p:spPr>
          <a:xfrm>
            <a:off x="4524768" y="6230706"/>
            <a:ext cx="4224528" cy="2807052"/>
          </a:xfrm>
          <a:prstGeom prst="rect">
            <a:avLst/>
          </a:prstGeom>
          <a:solidFill>
            <a:schemeClr val="accent4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9BFD60E-48AE-4380-D49D-F8C7EB124E1A}"/>
              </a:ext>
            </a:extLst>
          </p:cNvPr>
          <p:cNvSpPr/>
          <p:nvPr/>
        </p:nvSpPr>
        <p:spPr>
          <a:xfrm>
            <a:off x="9037159" y="6230706"/>
            <a:ext cx="4224528" cy="2807052"/>
          </a:xfrm>
          <a:prstGeom prst="rect">
            <a:avLst/>
          </a:prstGeom>
          <a:solidFill>
            <a:schemeClr val="accent4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48B9567-5E7A-415D-25E5-3D3CB1C26059}"/>
              </a:ext>
            </a:extLst>
          </p:cNvPr>
          <p:cNvSpPr/>
          <p:nvPr/>
        </p:nvSpPr>
        <p:spPr>
          <a:xfrm>
            <a:off x="13549550" y="6230706"/>
            <a:ext cx="4224528" cy="2807052"/>
          </a:xfrm>
          <a:prstGeom prst="rect">
            <a:avLst/>
          </a:prstGeom>
          <a:solidFill>
            <a:schemeClr val="accent4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23A2B7A-EAB8-AA2C-1230-4B476CB6676D}"/>
              </a:ext>
            </a:extLst>
          </p:cNvPr>
          <p:cNvSpPr/>
          <p:nvPr/>
        </p:nvSpPr>
        <p:spPr>
          <a:xfrm>
            <a:off x="18801922" y="6230706"/>
            <a:ext cx="4224528" cy="2807052"/>
          </a:xfrm>
          <a:prstGeom prst="rect">
            <a:avLst/>
          </a:prstGeom>
          <a:solidFill>
            <a:schemeClr val="accent4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35612F9-E473-EDF1-0999-BB894A42291C}"/>
              </a:ext>
            </a:extLst>
          </p:cNvPr>
          <p:cNvSpPr/>
          <p:nvPr/>
        </p:nvSpPr>
        <p:spPr>
          <a:xfrm>
            <a:off x="23314313" y="6230706"/>
            <a:ext cx="4224528" cy="2807052"/>
          </a:xfrm>
          <a:prstGeom prst="rect">
            <a:avLst/>
          </a:prstGeom>
          <a:solidFill>
            <a:schemeClr val="accent4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473AD09-E610-6C70-7DA3-8491CFB054AC}"/>
              </a:ext>
            </a:extLst>
          </p:cNvPr>
          <p:cNvSpPr/>
          <p:nvPr/>
        </p:nvSpPr>
        <p:spPr>
          <a:xfrm>
            <a:off x="27826704" y="6230706"/>
            <a:ext cx="4224528" cy="2807052"/>
          </a:xfrm>
          <a:prstGeom prst="rect">
            <a:avLst/>
          </a:prstGeom>
          <a:solidFill>
            <a:schemeClr val="accent4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482B4325-320F-0611-4455-0640277D045C}"/>
              </a:ext>
            </a:extLst>
          </p:cNvPr>
          <p:cNvSpPr txBox="1">
            <a:spLocks/>
          </p:cNvSpPr>
          <p:nvPr/>
        </p:nvSpPr>
        <p:spPr>
          <a:xfrm>
            <a:off x="24345900" y="572125"/>
            <a:ext cx="11623936" cy="37427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2"/>
            </a:solidFill>
          </a:ln>
        </p:spPr>
        <p:txBody>
          <a:bodyPr lIns="365760" tIns="365760" rIns="365760" bIns="365760" anchor="ctr"/>
          <a:lstStyle>
            <a:lvl1pPr marL="1537678" indent="-1537678" algn="l" rtl="0" fontAlgn="base">
              <a:lnSpc>
                <a:spcPct val="100000"/>
              </a:lnSpc>
              <a:spcBef>
                <a:spcPts val="1615"/>
              </a:spcBef>
              <a:spcAft>
                <a:spcPct val="0"/>
              </a:spcAft>
              <a:buSzPct val="100000"/>
              <a:buFontTx/>
              <a:buBlip>
                <a:blip r:embed="rId2"/>
              </a:buBlip>
              <a:defRPr sz="12923" b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ea typeface="+mn-ea"/>
                <a:cs typeface="+mn-cs"/>
              </a:defRPr>
            </a:lvl1pPr>
            <a:lvl2pPr marL="4100468" indent="-1537678" algn="l" rtl="0" fontAlgn="base">
              <a:lnSpc>
                <a:spcPct val="100000"/>
              </a:lnSpc>
              <a:spcBef>
                <a:spcPts val="1615"/>
              </a:spcBef>
              <a:spcAft>
                <a:spcPct val="0"/>
              </a:spcAft>
              <a:buSzPct val="100000"/>
              <a:buFontTx/>
              <a:buBlip>
                <a:blip r:embed="rId2"/>
              </a:buBlip>
              <a:defRPr sz="11846" b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2pPr>
            <a:lvl3pPr marL="6150695" indent="-1267111" algn="l" rtl="0" fontAlgn="base">
              <a:spcBef>
                <a:spcPct val="20000"/>
              </a:spcBef>
              <a:spcAft>
                <a:spcPct val="0"/>
              </a:spcAft>
              <a:buSzPct val="100000"/>
              <a:buFontTx/>
              <a:buBlip>
                <a:blip r:embed="rId3"/>
              </a:buBlip>
              <a:defRPr sz="8076" b="0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7958844" indent="-102511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8974">
                <a:solidFill>
                  <a:schemeClr val="bg1"/>
                </a:solidFill>
                <a:latin typeface="+mn-lt"/>
              </a:defRPr>
            </a:lvl4pPr>
            <a:lvl5pPr marL="9496524" indent="-1025115" algn="l" rtl="0" fontAlgn="base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5pPr>
            <a:lvl6pPr marL="11546753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6pPr>
            <a:lvl7pPr marL="13596926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7pPr>
            <a:lvl8pPr marL="15647149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8pPr>
            <a:lvl9pPr marL="17697359" indent="-102511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8974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 defTabSz="914400">
              <a:buNone/>
            </a:pPr>
            <a:r>
              <a:rPr lang="en-US" sz="4400" kern="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NOTE: </a:t>
            </a:r>
            <a:br>
              <a:rPr lang="en-US" sz="4400" kern="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</a:br>
            <a:r>
              <a:rPr lang="en-US" sz="4400" kern="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On NVIDIA Green Boxes, Light and Medium Gray; text is </a:t>
            </a:r>
            <a:r>
              <a:rPr lang="en-US" sz="4400" u="sng" kern="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BLACK</a:t>
            </a:r>
          </a:p>
          <a:p>
            <a:pPr marL="0" indent="0" defTabSz="914400">
              <a:buNone/>
            </a:pPr>
            <a:r>
              <a:rPr lang="en-US" sz="4400" kern="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On all other colored boxes; text is </a:t>
            </a:r>
            <a:r>
              <a:rPr lang="en-US" sz="4400" u="sng" kern="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WHITE</a:t>
            </a:r>
          </a:p>
        </p:txBody>
      </p:sp>
    </p:spTree>
    <p:extLst>
      <p:ext uri="{BB962C8B-B14F-4D97-AF65-F5344CB8AC3E}">
        <p14:creationId xmlns:p14="http://schemas.microsoft.com/office/powerpoint/2010/main" val="3301175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Placeholder 4" descr="A picture containing electronics  Description automatically generated">
            <a:extLst>
              <a:ext uri="{FF2B5EF4-FFF2-40B4-BE49-F238E27FC236}">
                <a16:creationId xmlns:a16="http://schemas.microsoft.com/office/drawing/2014/main" id="{83242E4A-34C5-FE5B-8CAF-0590CE12494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28" t="30270" r="22974" b="30270"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solidFill>
            <a:srgbClr val="151617">
              <a:alpha val="61000"/>
            </a:srgbClr>
          </a:solidFill>
          <a:ln w="19050">
            <a:noFill/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EBB8CE1C-9004-ACE8-7A0B-4FCE050194CD}"/>
              </a:ext>
            </a:extLst>
          </p:cNvPr>
          <p:cNvGrpSpPr/>
          <p:nvPr/>
        </p:nvGrpSpPr>
        <p:grpSpPr>
          <a:xfrm>
            <a:off x="-1" y="6681155"/>
            <a:ext cx="11067880" cy="13892845"/>
            <a:chOff x="-1" y="6681155"/>
            <a:chExt cx="11067880" cy="1389284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5A0277D-4D23-C2AF-1B15-DCA1D10D0D10}"/>
                </a:ext>
              </a:extLst>
            </p:cNvPr>
            <p:cNvSpPr/>
            <p:nvPr/>
          </p:nvSpPr>
          <p:spPr>
            <a:xfrm>
              <a:off x="564673" y="6681155"/>
              <a:ext cx="10503206" cy="12765023"/>
            </a:xfrm>
            <a:prstGeom prst="rect">
              <a:avLst/>
            </a:prstGeom>
            <a:solidFill>
              <a:schemeClr val="bg1">
                <a:lumMod val="85000"/>
                <a:lumOff val="15000"/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FB1458B3-0FE8-DA4B-87A6-0FCAA2FB25E7}"/>
                </a:ext>
              </a:extLst>
            </p:cNvPr>
            <p:cNvSpPr txBox="1">
              <a:spLocks/>
            </p:cNvSpPr>
            <p:nvPr/>
          </p:nvSpPr>
          <p:spPr>
            <a:xfrm>
              <a:off x="1813971" y="9914885"/>
              <a:ext cx="8101551" cy="4338609"/>
            </a:xfrm>
            <a:prstGeom prst="rect">
              <a:avLst/>
            </a:prstGeom>
          </p:spPr>
          <p:txBody>
            <a:bodyPr anchor="t"/>
            <a:lstStyle>
              <a:lvl1pPr algn="l" defTabSz="27432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0" kern="1200" cap="none" baseline="0">
                  <a:solidFill>
                    <a:schemeClr val="tx2"/>
                  </a:solidFill>
                  <a:latin typeface="NVIDIA Sans Medium" panose="020B0603020203020204" pitchFamily="34" charset="0"/>
                  <a:ea typeface="+mj-ea"/>
                  <a:cs typeface="NVIDIA Sans Medium" panose="020B0603020203020204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sz="6600" dirty="0"/>
                <a:t>Use Case Examples or Single Image Partner Slide</a:t>
              </a:r>
            </a:p>
          </p:txBody>
        </p:sp>
        <p:sp>
          <p:nvSpPr>
            <p:cNvPr id="19" name="Text Placeholder 7">
              <a:extLst>
                <a:ext uri="{FF2B5EF4-FFF2-40B4-BE49-F238E27FC236}">
                  <a16:creationId xmlns:a16="http://schemas.microsoft.com/office/drawing/2014/main" id="{69FDFF39-0908-6654-D90E-0AA89B68289C}"/>
                </a:ext>
              </a:extLst>
            </p:cNvPr>
            <p:cNvSpPr txBox="1">
              <a:spLocks/>
            </p:cNvSpPr>
            <p:nvPr/>
          </p:nvSpPr>
          <p:spPr>
            <a:xfrm>
              <a:off x="1813971" y="14367072"/>
              <a:ext cx="8101551" cy="3120151"/>
            </a:xfrm>
            <a:prstGeom prst="rect">
              <a:avLst/>
            </a:prstGeom>
          </p:spPr>
          <p:txBody>
            <a:bodyPr/>
            <a:lstStyle>
              <a:lvl1pPr marL="0" indent="0" algn="l" defTabSz="2743200" rtl="0" eaLnBrk="1" latinLnBrk="0" hangingPunct="1">
                <a:lnSpc>
                  <a:spcPct val="90000"/>
                </a:lnSpc>
                <a:spcBef>
                  <a:spcPts val="0"/>
                </a:spcBef>
                <a:buFontTx/>
                <a:buNone/>
                <a:defRPr sz="3600" kern="1200">
                  <a:solidFill>
                    <a:schemeClr val="tx1"/>
                  </a:solidFill>
                  <a:latin typeface="NVIDIA Sans" panose="020B0503020203020204" pitchFamily="34" charset="0"/>
                  <a:ea typeface="+mn-ea"/>
                  <a:cs typeface="NVIDIA Sans" panose="020B0503020203020204" pitchFamily="34" charset="0"/>
                </a:defRPr>
              </a:lvl1pPr>
              <a:lvl2pPr marL="1371600" indent="0" algn="ctr" defTabSz="2743200" rtl="0" eaLnBrk="1" latinLnBrk="0" hangingPunct="1">
                <a:lnSpc>
                  <a:spcPct val="90000"/>
                </a:lnSpc>
                <a:spcBef>
                  <a:spcPts val="1500"/>
                </a:spcBef>
                <a:buFontTx/>
                <a:buNone/>
                <a:defRPr sz="4400" kern="1200">
                  <a:solidFill>
                    <a:schemeClr val="tx1"/>
                  </a:solidFill>
                  <a:latin typeface="NVIDIA Sans" panose="020B0503020203020204" pitchFamily="34" charset="0"/>
                  <a:ea typeface="+mn-ea"/>
                  <a:cs typeface="+mn-cs"/>
                </a:defRPr>
              </a:lvl2pPr>
              <a:lvl3pPr marL="2743200" indent="0" algn="ctr" defTabSz="2743200" rtl="0" eaLnBrk="1" latinLnBrk="0" hangingPunct="1">
                <a:lnSpc>
                  <a:spcPct val="90000"/>
                </a:lnSpc>
                <a:spcBef>
                  <a:spcPts val="1500"/>
                </a:spcBef>
                <a:buFontTx/>
                <a:buNone/>
                <a:defRPr sz="4400" kern="1200">
                  <a:solidFill>
                    <a:schemeClr val="tx1"/>
                  </a:solidFill>
                  <a:latin typeface="NVIDIA Sans" panose="020B0503020203020204" pitchFamily="34" charset="0"/>
                  <a:ea typeface="+mn-ea"/>
                  <a:cs typeface="+mn-cs"/>
                </a:defRPr>
              </a:lvl3pPr>
              <a:lvl4pPr marL="4114800" indent="0" algn="ctr" defTabSz="2743200" rtl="0" eaLnBrk="1" latinLnBrk="0" hangingPunct="1">
                <a:lnSpc>
                  <a:spcPct val="90000"/>
                </a:lnSpc>
                <a:spcBef>
                  <a:spcPts val="1500"/>
                </a:spcBef>
                <a:buFontTx/>
                <a:buNone/>
                <a:defRPr sz="4400" kern="1200">
                  <a:solidFill>
                    <a:schemeClr val="tx1"/>
                  </a:solidFill>
                  <a:latin typeface="NVIDIA Sans" panose="020B0503020203020204" pitchFamily="34" charset="0"/>
                  <a:ea typeface="+mn-ea"/>
                  <a:cs typeface="+mn-cs"/>
                </a:defRPr>
              </a:lvl4pPr>
              <a:lvl5pPr marL="5486400" indent="0" algn="ctr" defTabSz="2743200" rtl="0" eaLnBrk="1" latinLnBrk="0" hangingPunct="1">
                <a:lnSpc>
                  <a:spcPct val="90000"/>
                </a:lnSpc>
                <a:spcBef>
                  <a:spcPts val="1500"/>
                </a:spcBef>
                <a:buFontTx/>
                <a:buNone/>
                <a:defRPr sz="4400" kern="1200">
                  <a:solidFill>
                    <a:schemeClr val="tx1"/>
                  </a:solidFill>
                  <a:latin typeface="NVIDIA Sans" panose="020B0503020203020204" pitchFamily="34" charset="0"/>
                  <a:ea typeface="+mn-ea"/>
                  <a:cs typeface="+mn-cs"/>
                </a:defRPr>
              </a:lvl5pPr>
              <a:lvl6pPr marL="7543800" indent="-685800" algn="l" defTabSz="27432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NVIDIA Sans" panose="020B0503020203020204" pitchFamily="34" charset="0"/>
                <a:buChar char="•"/>
                <a:defRPr sz="5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915400" indent="-685800" algn="l" defTabSz="27432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NVIDIA Sans" panose="020B0503020203020204" pitchFamily="34" charset="0"/>
                <a:buChar char="•"/>
                <a:defRPr sz="5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287000" indent="-685800" algn="l" defTabSz="27432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NVIDIA Sans" panose="020B0503020203020204" pitchFamily="34" charset="0"/>
                <a:buChar char="•"/>
                <a:defRPr sz="5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1658600" indent="-685800" algn="l" defTabSz="27432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NVIDIA Sans" panose="020B0503020203020204" pitchFamily="34" charset="0"/>
                <a:buChar char="•"/>
                <a:defRPr sz="5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Supporting text goes here</a:t>
              </a:r>
            </a:p>
          </p:txBody>
        </p:sp>
        <p:pic>
          <p:nvPicPr>
            <p:cNvPr id="20" name="Picture 19" descr="Logo  Description automatically generated">
              <a:extLst>
                <a:ext uri="{FF2B5EF4-FFF2-40B4-BE49-F238E27FC236}">
                  <a16:creationId xmlns:a16="http://schemas.microsoft.com/office/drawing/2014/main" id="{282C18EF-AD6E-EC36-3B60-B529C427D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5804" y="7868928"/>
              <a:ext cx="3566301" cy="1228290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8963D79-0AB2-DD7A-0D43-D56DFF999DB0}"/>
                </a:ext>
              </a:extLst>
            </p:cNvPr>
            <p:cNvSpPr/>
            <p:nvPr/>
          </p:nvSpPr>
          <p:spPr>
            <a:xfrm>
              <a:off x="-1" y="10159052"/>
              <a:ext cx="566928" cy="104149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056FD27-252A-667F-B723-885E80420FC7}"/>
              </a:ext>
            </a:extLst>
          </p:cNvPr>
          <p:cNvSpPr/>
          <p:nvPr/>
        </p:nvSpPr>
        <p:spPr>
          <a:xfrm>
            <a:off x="1887125" y="18070520"/>
            <a:ext cx="2863660" cy="385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Partner Logo Here</a:t>
            </a:r>
          </a:p>
        </p:txBody>
      </p:sp>
    </p:spTree>
    <p:extLst>
      <p:ext uri="{BB962C8B-B14F-4D97-AF65-F5344CB8AC3E}">
        <p14:creationId xmlns:p14="http://schemas.microsoft.com/office/powerpoint/2010/main" val="3180480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6563-0820-5520-DB5C-DC5138C9D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736A8-D543-7118-6562-2AA15C754F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With text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A9AA45B-BFD9-8C3A-FAB4-3BE88783E1BB}"/>
              </a:ext>
            </a:extLst>
          </p:cNvPr>
          <p:cNvGrpSpPr/>
          <p:nvPr/>
        </p:nvGrpSpPr>
        <p:grpSpPr>
          <a:xfrm>
            <a:off x="1679987" y="8053952"/>
            <a:ext cx="6243136" cy="3444317"/>
            <a:chOff x="1679987" y="8053952"/>
            <a:chExt cx="6243136" cy="3444317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594E28D-C353-46B7-1F48-45E0BE6C0A3F}"/>
                </a:ext>
              </a:extLst>
            </p:cNvPr>
            <p:cNvGrpSpPr/>
            <p:nvPr/>
          </p:nvGrpSpPr>
          <p:grpSpPr>
            <a:xfrm>
              <a:off x="1687112" y="8053952"/>
              <a:ext cx="6236011" cy="2134389"/>
              <a:chOff x="4166212" y="8053239"/>
              <a:chExt cx="6236011" cy="2134389"/>
            </a:xfrm>
          </p:grpSpPr>
          <p:sp>
            <p:nvSpPr>
              <p:cNvPr id="36" name="Text Placeholder 7">
                <a:extLst>
                  <a:ext uri="{FF2B5EF4-FFF2-40B4-BE49-F238E27FC236}">
                    <a16:creationId xmlns:a16="http://schemas.microsoft.com/office/drawing/2014/main" id="{BCF05D9F-BEFC-8914-C856-4DBC151EE7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30010" y="8795968"/>
                <a:ext cx="6172213" cy="795528"/>
              </a:xfrm>
              <a:prstGeom prst="rect">
                <a:avLst/>
              </a:prstGeom>
            </p:spPr>
            <p:txBody>
              <a:bodyPr anchor="b"/>
              <a:lstStyle>
                <a:lvl1pPr marL="0" indent="0" algn="ctr" defTabSz="27432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FontTx/>
                  <a:buNone/>
                  <a:defRPr sz="4000" b="1" kern="1200" cap="none" baseline="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NVIDIA Sans" panose="020B0503020203020204" pitchFamily="34" charset="0"/>
                  </a:defRPr>
                </a:lvl1pPr>
                <a:lvl2pPr marL="2562790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2pPr>
                <a:lvl3pPr marL="4883584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3pPr>
                <a:lvl4pPr marL="693372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4pPr>
                <a:lvl5pPr marL="847140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5pPr>
                <a:lvl6pPr marL="75438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89154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02870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16586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b="0" dirty="0">
                    <a:solidFill>
                      <a:schemeClr val="bg1"/>
                    </a:solidFill>
                    <a:latin typeface="+mj-lt"/>
                  </a:rPr>
                  <a:t>Title Goes Here</a:t>
                </a:r>
              </a:p>
            </p:txBody>
          </p:sp>
          <p:sp>
            <p:nvSpPr>
              <p:cNvPr id="37" name="Text Placeholder 7">
                <a:extLst>
                  <a:ext uri="{FF2B5EF4-FFF2-40B4-BE49-F238E27FC236}">
                    <a16:creationId xmlns:a16="http://schemas.microsoft.com/office/drawing/2014/main" id="{82A17D9D-7FF5-4EE6-E756-97453A40CF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30009" y="9507873"/>
                <a:ext cx="6172214" cy="679755"/>
              </a:xfrm>
              <a:prstGeom prst="rect">
                <a:avLst/>
              </a:prstGeom>
            </p:spPr>
            <p:txBody>
              <a:bodyPr/>
              <a:lstStyle>
                <a:lvl1pPr marL="0" indent="0" algn="ctr" defTabSz="27432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Tx/>
                  <a:buNone/>
                  <a:defRPr sz="3200" b="0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NVIDIA Sans" panose="020B0503020203020204" pitchFamily="34" charset="0"/>
                  </a:defRPr>
                </a:lvl1pPr>
                <a:lvl2pPr marL="2562790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2pPr>
                <a:lvl3pPr marL="4883584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3pPr>
                <a:lvl4pPr marL="693372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4pPr>
                <a:lvl5pPr marL="847140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5pPr>
                <a:lvl6pPr marL="75438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89154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02870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16586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2800" dirty="0">
                    <a:solidFill>
                      <a:schemeClr val="bg1"/>
                    </a:solidFill>
                  </a:rPr>
                  <a:t>Supporting text here</a:t>
                </a:r>
              </a:p>
            </p:txBody>
          </p:sp>
          <p:sp>
            <p:nvSpPr>
              <p:cNvPr id="38" name="Text Placeholder 7">
                <a:extLst>
                  <a:ext uri="{FF2B5EF4-FFF2-40B4-BE49-F238E27FC236}">
                    <a16:creationId xmlns:a16="http://schemas.microsoft.com/office/drawing/2014/main" id="{CB396465-F7AF-4413-F033-A10001CDD2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6212" y="8053239"/>
                <a:ext cx="6172213" cy="795528"/>
              </a:xfrm>
              <a:prstGeom prst="rect">
                <a:avLst/>
              </a:prstGeom>
            </p:spPr>
            <p:txBody>
              <a:bodyPr anchor="b"/>
              <a:lstStyle>
                <a:lvl1pPr marL="0" indent="0" algn="ctr" defTabSz="27432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FontTx/>
                  <a:buNone/>
                  <a:defRPr sz="7200" b="0" kern="1200" cap="none" baseline="0">
                    <a:solidFill>
                      <a:schemeClr val="tx1"/>
                    </a:solidFill>
                    <a:latin typeface="NVIDIA Sans Light" panose="020B0303020203020204" pitchFamily="34" charset="0"/>
                    <a:ea typeface="+mn-ea"/>
                    <a:cs typeface="NVIDIA Sans Light" panose="020B0303020203020204" pitchFamily="34" charset="0"/>
                  </a:defRPr>
                </a:lvl1pPr>
                <a:lvl2pPr marL="2562790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2pPr>
                <a:lvl3pPr marL="4883584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3pPr>
                <a:lvl4pPr marL="693372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4pPr>
                <a:lvl5pPr marL="847140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5pPr>
                <a:lvl6pPr marL="75438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89154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02870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16586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dirty="0">
                    <a:solidFill>
                      <a:schemeClr val="bg1"/>
                    </a:solidFill>
                  </a:rPr>
                  <a:t>2022 – Aug.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1F4E8E8-DC5D-2F88-BA0E-8DBBA96FB382}"/>
                </a:ext>
              </a:extLst>
            </p:cNvPr>
            <p:cNvGrpSpPr/>
            <p:nvPr/>
          </p:nvGrpSpPr>
          <p:grpSpPr>
            <a:xfrm>
              <a:off x="1679987" y="10405197"/>
              <a:ext cx="304796" cy="1093072"/>
              <a:chOff x="1679987" y="10405197"/>
              <a:chExt cx="304796" cy="1093072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5BFF8D8D-20EF-1E54-54C2-4E11DC650B87}"/>
                  </a:ext>
                </a:extLst>
              </p:cNvPr>
              <p:cNvSpPr/>
              <p:nvPr/>
            </p:nvSpPr>
            <p:spPr>
              <a:xfrm>
                <a:off x="1679987" y="11193473"/>
                <a:ext cx="304796" cy="304796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 lang="en-US" sz="4000" dirty="0" err="1">
                  <a:solidFill>
                    <a:schemeClr val="bg1"/>
                  </a:solidFill>
                  <a:latin typeface="NVIDIA Sans" panose="020B0503020203020204" pitchFamily="34" charset="0"/>
                </a:endParaRPr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1BEA3543-48CF-A1C9-0DCE-A2823B42BB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32385" y="10405197"/>
                <a:ext cx="0" cy="788276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BA48686-EB19-D67F-B0D5-8C51716DFE83}"/>
              </a:ext>
            </a:extLst>
          </p:cNvPr>
          <p:cNvGrpSpPr/>
          <p:nvPr/>
        </p:nvGrpSpPr>
        <p:grpSpPr>
          <a:xfrm>
            <a:off x="7444053" y="11193473"/>
            <a:ext cx="6236011" cy="3902089"/>
            <a:chOff x="7444053" y="11193473"/>
            <a:chExt cx="6236011" cy="3902089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7414987-8B1F-BD2F-E8CB-FB11D1FB4E48}"/>
                </a:ext>
              </a:extLst>
            </p:cNvPr>
            <p:cNvGrpSpPr/>
            <p:nvPr/>
          </p:nvGrpSpPr>
          <p:grpSpPr>
            <a:xfrm>
              <a:off x="7444053" y="12961173"/>
              <a:ext cx="6236011" cy="2134389"/>
              <a:chOff x="4166212" y="8053239"/>
              <a:chExt cx="6236011" cy="2134389"/>
            </a:xfrm>
          </p:grpSpPr>
          <p:sp>
            <p:nvSpPr>
              <p:cNvPr id="44" name="Text Placeholder 7">
                <a:extLst>
                  <a:ext uri="{FF2B5EF4-FFF2-40B4-BE49-F238E27FC236}">
                    <a16:creationId xmlns:a16="http://schemas.microsoft.com/office/drawing/2014/main" id="{C926F763-C6A6-3CFD-702B-A93059F472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30010" y="8795968"/>
                <a:ext cx="6172213" cy="795528"/>
              </a:xfrm>
              <a:prstGeom prst="rect">
                <a:avLst/>
              </a:prstGeom>
            </p:spPr>
            <p:txBody>
              <a:bodyPr anchor="b"/>
              <a:lstStyle>
                <a:lvl1pPr marL="0" indent="0" algn="ctr" defTabSz="27432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FontTx/>
                  <a:buNone/>
                  <a:defRPr sz="4000" b="1" kern="1200" cap="none" baseline="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NVIDIA Sans" panose="020B0503020203020204" pitchFamily="34" charset="0"/>
                  </a:defRPr>
                </a:lvl1pPr>
                <a:lvl2pPr marL="2562790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2pPr>
                <a:lvl3pPr marL="4883584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3pPr>
                <a:lvl4pPr marL="693372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4pPr>
                <a:lvl5pPr marL="847140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5pPr>
                <a:lvl6pPr marL="75438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89154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02870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16586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b="0" dirty="0">
                    <a:solidFill>
                      <a:schemeClr val="bg1"/>
                    </a:solidFill>
                    <a:latin typeface="+mj-lt"/>
                  </a:rPr>
                  <a:t>Title Goes Here</a:t>
                </a:r>
              </a:p>
            </p:txBody>
          </p:sp>
          <p:sp>
            <p:nvSpPr>
              <p:cNvPr id="45" name="Text Placeholder 7">
                <a:extLst>
                  <a:ext uri="{FF2B5EF4-FFF2-40B4-BE49-F238E27FC236}">
                    <a16:creationId xmlns:a16="http://schemas.microsoft.com/office/drawing/2014/main" id="{F3A13A14-3858-5542-06AA-E2A20DE32A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30009" y="9507873"/>
                <a:ext cx="6172214" cy="679755"/>
              </a:xfrm>
              <a:prstGeom prst="rect">
                <a:avLst/>
              </a:prstGeom>
            </p:spPr>
            <p:txBody>
              <a:bodyPr/>
              <a:lstStyle>
                <a:lvl1pPr marL="0" indent="0" algn="ctr" defTabSz="27432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Tx/>
                  <a:buNone/>
                  <a:defRPr sz="3200" b="0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NVIDIA Sans" panose="020B0503020203020204" pitchFamily="34" charset="0"/>
                  </a:defRPr>
                </a:lvl1pPr>
                <a:lvl2pPr marL="2562790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2pPr>
                <a:lvl3pPr marL="4883584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3pPr>
                <a:lvl4pPr marL="693372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4pPr>
                <a:lvl5pPr marL="847140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5pPr>
                <a:lvl6pPr marL="75438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89154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02870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16586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2800" dirty="0">
                    <a:solidFill>
                      <a:schemeClr val="bg1"/>
                    </a:solidFill>
                  </a:rPr>
                  <a:t>Supporting text here</a:t>
                </a:r>
              </a:p>
            </p:txBody>
          </p:sp>
          <p:sp>
            <p:nvSpPr>
              <p:cNvPr id="46" name="Text Placeholder 7">
                <a:extLst>
                  <a:ext uri="{FF2B5EF4-FFF2-40B4-BE49-F238E27FC236}">
                    <a16:creationId xmlns:a16="http://schemas.microsoft.com/office/drawing/2014/main" id="{B4FDBA36-0A97-735B-E2AC-E6B2887ABA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6212" y="8053239"/>
                <a:ext cx="6172213" cy="795528"/>
              </a:xfrm>
              <a:prstGeom prst="rect">
                <a:avLst/>
              </a:prstGeom>
            </p:spPr>
            <p:txBody>
              <a:bodyPr anchor="b"/>
              <a:lstStyle>
                <a:lvl1pPr marL="0" indent="0" algn="ctr" defTabSz="27432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FontTx/>
                  <a:buNone/>
                  <a:defRPr sz="7200" b="0" kern="1200" cap="none" baseline="0">
                    <a:solidFill>
                      <a:schemeClr val="tx1"/>
                    </a:solidFill>
                    <a:latin typeface="NVIDIA Sans Light" panose="020B0303020203020204" pitchFamily="34" charset="0"/>
                    <a:ea typeface="+mn-ea"/>
                    <a:cs typeface="NVIDIA Sans Light" panose="020B0303020203020204" pitchFamily="34" charset="0"/>
                  </a:defRPr>
                </a:lvl1pPr>
                <a:lvl2pPr marL="2562790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2pPr>
                <a:lvl3pPr marL="4883584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3pPr>
                <a:lvl4pPr marL="693372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4pPr>
                <a:lvl5pPr marL="847140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5pPr>
                <a:lvl6pPr marL="75438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89154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02870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16586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dirty="0">
                    <a:solidFill>
                      <a:schemeClr val="bg1"/>
                    </a:solidFill>
                  </a:rPr>
                  <a:t>2022 – Oct. 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9C86668-B383-28FF-65CE-440F8C5C2362}"/>
                </a:ext>
              </a:extLst>
            </p:cNvPr>
            <p:cNvGrpSpPr/>
            <p:nvPr/>
          </p:nvGrpSpPr>
          <p:grpSpPr>
            <a:xfrm>
              <a:off x="7444995" y="11193473"/>
              <a:ext cx="304796" cy="982670"/>
              <a:chOff x="7444995" y="11193473"/>
              <a:chExt cx="304796" cy="982670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8F946B2-CC89-B8F2-32F4-CDE405EA40AA}"/>
                  </a:ext>
                </a:extLst>
              </p:cNvPr>
              <p:cNvSpPr/>
              <p:nvPr/>
            </p:nvSpPr>
            <p:spPr>
              <a:xfrm>
                <a:off x="7444995" y="11193473"/>
                <a:ext cx="304796" cy="304796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 lang="en-US" sz="4000" dirty="0" err="1">
                  <a:solidFill>
                    <a:schemeClr val="bg1"/>
                  </a:solidFill>
                  <a:latin typeface="NVIDIA Sans" panose="020B0503020203020204" pitchFamily="34" charset="0"/>
                </a:endParaRPr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B01E240-0321-5104-9343-0CEB665A62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7393" y="11387867"/>
                <a:ext cx="0" cy="788276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C5E72E0-0FF2-FD5D-145D-E39ECAB21C1F}"/>
              </a:ext>
            </a:extLst>
          </p:cNvPr>
          <p:cNvGrpSpPr/>
          <p:nvPr/>
        </p:nvGrpSpPr>
        <p:grpSpPr>
          <a:xfrm>
            <a:off x="18974070" y="11193473"/>
            <a:ext cx="6225378" cy="3902089"/>
            <a:chOff x="18974070" y="11193473"/>
            <a:chExt cx="6225378" cy="3902089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BA1C509-AE7F-5FFD-4194-BC6B95E05DC2}"/>
                </a:ext>
              </a:extLst>
            </p:cNvPr>
            <p:cNvGrpSpPr/>
            <p:nvPr/>
          </p:nvGrpSpPr>
          <p:grpSpPr>
            <a:xfrm>
              <a:off x="18974070" y="12961173"/>
              <a:ext cx="6225378" cy="2134389"/>
              <a:chOff x="4176845" y="8053239"/>
              <a:chExt cx="6225378" cy="2134389"/>
            </a:xfrm>
          </p:grpSpPr>
          <p:sp>
            <p:nvSpPr>
              <p:cNvPr id="52" name="Text Placeholder 7">
                <a:extLst>
                  <a:ext uri="{FF2B5EF4-FFF2-40B4-BE49-F238E27FC236}">
                    <a16:creationId xmlns:a16="http://schemas.microsoft.com/office/drawing/2014/main" id="{FA53D749-B55E-AE7E-8D51-44DA656E0C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30010" y="8795968"/>
                <a:ext cx="6172213" cy="795528"/>
              </a:xfrm>
              <a:prstGeom prst="rect">
                <a:avLst/>
              </a:prstGeom>
            </p:spPr>
            <p:txBody>
              <a:bodyPr anchor="b"/>
              <a:lstStyle>
                <a:lvl1pPr marL="0" indent="0" algn="ctr" defTabSz="27432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FontTx/>
                  <a:buNone/>
                  <a:defRPr sz="4000" b="1" kern="1200" cap="none" baseline="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NVIDIA Sans" panose="020B0503020203020204" pitchFamily="34" charset="0"/>
                  </a:defRPr>
                </a:lvl1pPr>
                <a:lvl2pPr marL="2562790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2pPr>
                <a:lvl3pPr marL="4883584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3pPr>
                <a:lvl4pPr marL="693372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4pPr>
                <a:lvl5pPr marL="847140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5pPr>
                <a:lvl6pPr marL="75438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89154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02870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16586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b="0" dirty="0">
                    <a:solidFill>
                      <a:schemeClr val="bg1"/>
                    </a:solidFill>
                    <a:latin typeface="+mj-lt"/>
                  </a:rPr>
                  <a:t>Title Goes Here</a:t>
                </a:r>
              </a:p>
            </p:txBody>
          </p:sp>
          <p:sp>
            <p:nvSpPr>
              <p:cNvPr id="53" name="Text Placeholder 7">
                <a:extLst>
                  <a:ext uri="{FF2B5EF4-FFF2-40B4-BE49-F238E27FC236}">
                    <a16:creationId xmlns:a16="http://schemas.microsoft.com/office/drawing/2014/main" id="{5F6355F8-3622-FC0D-C55D-175C59E229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30009" y="9507873"/>
                <a:ext cx="6172214" cy="679755"/>
              </a:xfrm>
              <a:prstGeom prst="rect">
                <a:avLst/>
              </a:prstGeom>
            </p:spPr>
            <p:txBody>
              <a:bodyPr/>
              <a:lstStyle>
                <a:lvl1pPr marL="0" indent="0" algn="ctr" defTabSz="27432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Tx/>
                  <a:buNone/>
                  <a:defRPr sz="3200" b="0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NVIDIA Sans" panose="020B0503020203020204" pitchFamily="34" charset="0"/>
                  </a:defRPr>
                </a:lvl1pPr>
                <a:lvl2pPr marL="2562790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2pPr>
                <a:lvl3pPr marL="4883584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3pPr>
                <a:lvl4pPr marL="693372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4pPr>
                <a:lvl5pPr marL="847140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5pPr>
                <a:lvl6pPr marL="75438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89154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02870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16586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2800" dirty="0">
                    <a:solidFill>
                      <a:schemeClr val="bg1"/>
                    </a:solidFill>
                  </a:rPr>
                  <a:t>Supporting text here</a:t>
                </a:r>
              </a:p>
            </p:txBody>
          </p:sp>
          <p:sp>
            <p:nvSpPr>
              <p:cNvPr id="54" name="Text Placeholder 7">
                <a:extLst>
                  <a:ext uri="{FF2B5EF4-FFF2-40B4-BE49-F238E27FC236}">
                    <a16:creationId xmlns:a16="http://schemas.microsoft.com/office/drawing/2014/main" id="{7C63E4FD-25EB-660C-CDDA-7D68B21BF5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76845" y="8053239"/>
                <a:ext cx="6172213" cy="795528"/>
              </a:xfrm>
              <a:prstGeom prst="rect">
                <a:avLst/>
              </a:prstGeom>
            </p:spPr>
            <p:txBody>
              <a:bodyPr anchor="b"/>
              <a:lstStyle>
                <a:lvl1pPr marL="0" indent="0" algn="ctr" defTabSz="27432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FontTx/>
                  <a:buNone/>
                  <a:defRPr sz="7200" b="0" kern="1200" cap="none" baseline="0">
                    <a:solidFill>
                      <a:schemeClr val="tx1"/>
                    </a:solidFill>
                    <a:latin typeface="NVIDIA Sans Light" panose="020B0303020203020204" pitchFamily="34" charset="0"/>
                    <a:ea typeface="+mn-ea"/>
                    <a:cs typeface="NVIDIA Sans Light" panose="020B0303020203020204" pitchFamily="34" charset="0"/>
                  </a:defRPr>
                </a:lvl1pPr>
                <a:lvl2pPr marL="2562790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2pPr>
                <a:lvl3pPr marL="4883584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3pPr>
                <a:lvl4pPr marL="693372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4pPr>
                <a:lvl5pPr marL="847140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5pPr>
                <a:lvl6pPr marL="75438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89154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02870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16586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dirty="0">
                    <a:solidFill>
                      <a:schemeClr val="bg1"/>
                    </a:solidFill>
                  </a:rPr>
                  <a:t>2023 – May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9E60920A-4044-2143-99CF-A7C511AF4FCC}"/>
                </a:ext>
              </a:extLst>
            </p:cNvPr>
            <p:cNvGrpSpPr/>
            <p:nvPr/>
          </p:nvGrpSpPr>
          <p:grpSpPr>
            <a:xfrm>
              <a:off x="18975011" y="11193473"/>
              <a:ext cx="304796" cy="982670"/>
              <a:chOff x="18975011" y="11193473"/>
              <a:chExt cx="304796" cy="982670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0EE8140-11D1-D787-5B6C-D76DBF898DD0}"/>
                  </a:ext>
                </a:extLst>
              </p:cNvPr>
              <p:cNvSpPr/>
              <p:nvPr/>
            </p:nvSpPr>
            <p:spPr>
              <a:xfrm>
                <a:off x="18975011" y="11193473"/>
                <a:ext cx="304796" cy="304796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 lang="en-US" sz="4000" dirty="0" err="1">
                  <a:solidFill>
                    <a:schemeClr val="bg1"/>
                  </a:solidFill>
                  <a:latin typeface="NVIDIA Sans" panose="020B0503020203020204" pitchFamily="34" charset="0"/>
                </a:endParaRPr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B20C291-5610-8C00-DA5F-AB99D36809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127409" y="11387867"/>
                <a:ext cx="0" cy="788276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927E550-33F3-C0A0-0499-57BD3029AD32}"/>
              </a:ext>
            </a:extLst>
          </p:cNvPr>
          <p:cNvGrpSpPr/>
          <p:nvPr/>
        </p:nvGrpSpPr>
        <p:grpSpPr>
          <a:xfrm>
            <a:off x="13200283" y="8053952"/>
            <a:ext cx="6236011" cy="3444317"/>
            <a:chOff x="13200283" y="8053952"/>
            <a:chExt cx="6236011" cy="3444317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E072987-9748-1632-2F6F-9CD45AE50567}"/>
                </a:ext>
              </a:extLst>
            </p:cNvPr>
            <p:cNvGrpSpPr/>
            <p:nvPr/>
          </p:nvGrpSpPr>
          <p:grpSpPr>
            <a:xfrm>
              <a:off x="13200283" y="8053952"/>
              <a:ext cx="6236011" cy="2134389"/>
              <a:chOff x="4166212" y="8053239"/>
              <a:chExt cx="6236011" cy="2134389"/>
            </a:xfrm>
          </p:grpSpPr>
          <p:sp>
            <p:nvSpPr>
              <p:cNvPr id="60" name="Text Placeholder 7">
                <a:extLst>
                  <a:ext uri="{FF2B5EF4-FFF2-40B4-BE49-F238E27FC236}">
                    <a16:creationId xmlns:a16="http://schemas.microsoft.com/office/drawing/2014/main" id="{4CC2B994-A68E-B13F-A8AB-FF580531FF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30010" y="8795968"/>
                <a:ext cx="6172213" cy="795528"/>
              </a:xfrm>
              <a:prstGeom prst="rect">
                <a:avLst/>
              </a:prstGeom>
            </p:spPr>
            <p:txBody>
              <a:bodyPr anchor="b"/>
              <a:lstStyle>
                <a:lvl1pPr marL="0" indent="0" algn="ctr" defTabSz="27432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FontTx/>
                  <a:buNone/>
                  <a:defRPr sz="4000" b="1" kern="1200" cap="none" baseline="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NVIDIA Sans" panose="020B0503020203020204" pitchFamily="34" charset="0"/>
                  </a:defRPr>
                </a:lvl1pPr>
                <a:lvl2pPr marL="2562790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2pPr>
                <a:lvl3pPr marL="4883584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3pPr>
                <a:lvl4pPr marL="693372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4pPr>
                <a:lvl5pPr marL="847140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5pPr>
                <a:lvl6pPr marL="75438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89154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02870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16586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b="0" dirty="0">
                    <a:solidFill>
                      <a:schemeClr val="bg1"/>
                    </a:solidFill>
                    <a:latin typeface="+mj-lt"/>
                  </a:rPr>
                  <a:t>Title Goes Here</a:t>
                </a:r>
              </a:p>
            </p:txBody>
          </p:sp>
          <p:sp>
            <p:nvSpPr>
              <p:cNvPr id="61" name="Text Placeholder 7">
                <a:extLst>
                  <a:ext uri="{FF2B5EF4-FFF2-40B4-BE49-F238E27FC236}">
                    <a16:creationId xmlns:a16="http://schemas.microsoft.com/office/drawing/2014/main" id="{214CB1E2-BC09-0623-6D1C-7DAA2209E7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30009" y="9507873"/>
                <a:ext cx="6172214" cy="679755"/>
              </a:xfrm>
              <a:prstGeom prst="rect">
                <a:avLst/>
              </a:prstGeom>
            </p:spPr>
            <p:txBody>
              <a:bodyPr/>
              <a:lstStyle>
                <a:lvl1pPr marL="0" indent="0" algn="ctr" defTabSz="27432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Tx/>
                  <a:buNone/>
                  <a:defRPr sz="3200" b="0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NVIDIA Sans" panose="020B0503020203020204" pitchFamily="34" charset="0"/>
                  </a:defRPr>
                </a:lvl1pPr>
                <a:lvl2pPr marL="2562790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2pPr>
                <a:lvl3pPr marL="4883584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3pPr>
                <a:lvl4pPr marL="693372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4pPr>
                <a:lvl5pPr marL="847140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5pPr>
                <a:lvl6pPr marL="75438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89154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02870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16586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2800" dirty="0">
                    <a:solidFill>
                      <a:schemeClr val="bg1"/>
                    </a:solidFill>
                  </a:rPr>
                  <a:t>Supporting text here</a:t>
                </a:r>
              </a:p>
            </p:txBody>
          </p:sp>
          <p:sp>
            <p:nvSpPr>
              <p:cNvPr id="62" name="Text Placeholder 7">
                <a:extLst>
                  <a:ext uri="{FF2B5EF4-FFF2-40B4-BE49-F238E27FC236}">
                    <a16:creationId xmlns:a16="http://schemas.microsoft.com/office/drawing/2014/main" id="{80B2D1C9-1D93-EFA8-0634-08EBBB75AB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6212" y="8053239"/>
                <a:ext cx="6172213" cy="795528"/>
              </a:xfrm>
              <a:prstGeom prst="rect">
                <a:avLst/>
              </a:prstGeom>
            </p:spPr>
            <p:txBody>
              <a:bodyPr anchor="b"/>
              <a:lstStyle>
                <a:lvl1pPr marL="0" indent="0" algn="ctr" defTabSz="27432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FontTx/>
                  <a:buNone/>
                  <a:defRPr sz="7200" b="0" kern="1200" cap="none" baseline="0">
                    <a:solidFill>
                      <a:schemeClr val="tx1"/>
                    </a:solidFill>
                    <a:latin typeface="NVIDIA Sans Light" panose="020B0303020203020204" pitchFamily="34" charset="0"/>
                    <a:ea typeface="+mn-ea"/>
                    <a:cs typeface="NVIDIA Sans Light" panose="020B0303020203020204" pitchFamily="34" charset="0"/>
                  </a:defRPr>
                </a:lvl1pPr>
                <a:lvl2pPr marL="2562790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2pPr>
                <a:lvl3pPr marL="4883584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3pPr>
                <a:lvl4pPr marL="693372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4pPr>
                <a:lvl5pPr marL="847140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5pPr>
                <a:lvl6pPr marL="75438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89154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02870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16586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dirty="0">
                    <a:solidFill>
                      <a:schemeClr val="bg1"/>
                    </a:solidFill>
                  </a:rPr>
                  <a:t>2023 – Jan.</a:t>
                </a: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FB29DA9D-D85F-D57E-75E2-3666D91A98C9}"/>
                </a:ext>
              </a:extLst>
            </p:cNvPr>
            <p:cNvGrpSpPr/>
            <p:nvPr/>
          </p:nvGrpSpPr>
          <p:grpSpPr>
            <a:xfrm>
              <a:off x="13210003" y="10405197"/>
              <a:ext cx="304796" cy="1093072"/>
              <a:chOff x="13210003" y="10405197"/>
              <a:chExt cx="304796" cy="1093072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6487899B-66E4-4D45-D6FA-F978FCF658B8}"/>
                  </a:ext>
                </a:extLst>
              </p:cNvPr>
              <p:cNvSpPr/>
              <p:nvPr/>
            </p:nvSpPr>
            <p:spPr>
              <a:xfrm>
                <a:off x="13210003" y="11193473"/>
                <a:ext cx="304796" cy="304796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 lang="en-US" sz="4000" dirty="0" err="1">
                  <a:solidFill>
                    <a:schemeClr val="bg1"/>
                  </a:solidFill>
                  <a:latin typeface="NVIDIA Sans" panose="020B0503020203020204" pitchFamily="34" charset="0"/>
                </a:endParaRPr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28B5E492-4466-D80A-C790-33CF31754B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362401" y="10405197"/>
                <a:ext cx="0" cy="788276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74A313C-32E9-992F-1E1D-5AB6743FF553}"/>
              </a:ext>
            </a:extLst>
          </p:cNvPr>
          <p:cNvGrpSpPr/>
          <p:nvPr/>
        </p:nvGrpSpPr>
        <p:grpSpPr>
          <a:xfrm>
            <a:off x="24721763" y="8053952"/>
            <a:ext cx="6225378" cy="3444317"/>
            <a:chOff x="24721763" y="8053952"/>
            <a:chExt cx="6225378" cy="3444317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B0624201-6AFF-966D-642B-D3811842BF3A}"/>
                </a:ext>
              </a:extLst>
            </p:cNvPr>
            <p:cNvGrpSpPr/>
            <p:nvPr/>
          </p:nvGrpSpPr>
          <p:grpSpPr>
            <a:xfrm>
              <a:off x="24721763" y="8053952"/>
              <a:ext cx="6225378" cy="2134389"/>
              <a:chOff x="4176845" y="8053239"/>
              <a:chExt cx="6225378" cy="2134389"/>
            </a:xfrm>
          </p:grpSpPr>
          <p:sp>
            <p:nvSpPr>
              <p:cNvPr id="68" name="Text Placeholder 7">
                <a:extLst>
                  <a:ext uri="{FF2B5EF4-FFF2-40B4-BE49-F238E27FC236}">
                    <a16:creationId xmlns:a16="http://schemas.microsoft.com/office/drawing/2014/main" id="{9EFF9925-6ED7-14DF-8554-5C19B22B90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30010" y="8795968"/>
                <a:ext cx="6172213" cy="795528"/>
              </a:xfrm>
              <a:prstGeom prst="rect">
                <a:avLst/>
              </a:prstGeom>
            </p:spPr>
            <p:txBody>
              <a:bodyPr anchor="b"/>
              <a:lstStyle>
                <a:lvl1pPr marL="0" indent="0" algn="ctr" defTabSz="27432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FontTx/>
                  <a:buNone/>
                  <a:defRPr sz="4000" b="1" kern="1200" cap="none" baseline="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NVIDIA Sans" panose="020B0503020203020204" pitchFamily="34" charset="0"/>
                  </a:defRPr>
                </a:lvl1pPr>
                <a:lvl2pPr marL="2562790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2pPr>
                <a:lvl3pPr marL="4883584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3pPr>
                <a:lvl4pPr marL="693372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4pPr>
                <a:lvl5pPr marL="847140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5pPr>
                <a:lvl6pPr marL="75438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89154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02870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16586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b="0" dirty="0">
                    <a:solidFill>
                      <a:schemeClr val="bg1"/>
                    </a:solidFill>
                    <a:latin typeface="+mj-lt"/>
                  </a:rPr>
                  <a:t>Title Goes Here</a:t>
                </a:r>
              </a:p>
            </p:txBody>
          </p:sp>
          <p:sp>
            <p:nvSpPr>
              <p:cNvPr id="69" name="Text Placeholder 7">
                <a:extLst>
                  <a:ext uri="{FF2B5EF4-FFF2-40B4-BE49-F238E27FC236}">
                    <a16:creationId xmlns:a16="http://schemas.microsoft.com/office/drawing/2014/main" id="{546F12AB-3D69-8C41-7F7B-FF92AEF5E1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30009" y="9507873"/>
                <a:ext cx="6172214" cy="679755"/>
              </a:xfrm>
              <a:prstGeom prst="rect">
                <a:avLst/>
              </a:prstGeom>
            </p:spPr>
            <p:txBody>
              <a:bodyPr/>
              <a:lstStyle>
                <a:lvl1pPr marL="0" indent="0" algn="ctr" defTabSz="27432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Tx/>
                  <a:buNone/>
                  <a:defRPr sz="3200" b="0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NVIDIA Sans" panose="020B0503020203020204" pitchFamily="34" charset="0"/>
                  </a:defRPr>
                </a:lvl1pPr>
                <a:lvl2pPr marL="2562790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2pPr>
                <a:lvl3pPr marL="4883584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3pPr>
                <a:lvl4pPr marL="693372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4pPr>
                <a:lvl5pPr marL="847140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5pPr>
                <a:lvl6pPr marL="75438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89154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02870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16586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2800" dirty="0">
                    <a:solidFill>
                      <a:schemeClr val="bg1"/>
                    </a:solidFill>
                  </a:rPr>
                  <a:t>Supporting text here</a:t>
                </a:r>
              </a:p>
            </p:txBody>
          </p:sp>
          <p:sp>
            <p:nvSpPr>
              <p:cNvPr id="70" name="Text Placeholder 7">
                <a:extLst>
                  <a:ext uri="{FF2B5EF4-FFF2-40B4-BE49-F238E27FC236}">
                    <a16:creationId xmlns:a16="http://schemas.microsoft.com/office/drawing/2014/main" id="{48534EDB-04A4-7704-4D26-79717FC790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76845" y="8053239"/>
                <a:ext cx="6172213" cy="795528"/>
              </a:xfrm>
              <a:prstGeom prst="rect">
                <a:avLst/>
              </a:prstGeom>
            </p:spPr>
            <p:txBody>
              <a:bodyPr anchor="b"/>
              <a:lstStyle>
                <a:lvl1pPr marL="0" indent="0" algn="ctr" defTabSz="27432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FontTx/>
                  <a:buNone/>
                  <a:defRPr sz="7200" b="0" kern="1200" cap="none" baseline="0">
                    <a:solidFill>
                      <a:schemeClr val="tx1"/>
                    </a:solidFill>
                    <a:latin typeface="NVIDIA Sans Light" panose="020B0303020203020204" pitchFamily="34" charset="0"/>
                    <a:ea typeface="+mn-ea"/>
                    <a:cs typeface="NVIDIA Sans Light" panose="020B0303020203020204" pitchFamily="34" charset="0"/>
                  </a:defRPr>
                </a:lvl1pPr>
                <a:lvl2pPr marL="2562790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2pPr>
                <a:lvl3pPr marL="4883584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3pPr>
                <a:lvl4pPr marL="693372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4pPr>
                <a:lvl5pPr marL="847140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5pPr>
                <a:lvl6pPr marL="75438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89154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02870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16586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dirty="0">
                    <a:solidFill>
                      <a:schemeClr val="bg1"/>
                    </a:solidFill>
                  </a:rPr>
                  <a:t>2023 – Sept.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EB3A3DB1-1F6B-9723-7C41-76C0697CBCE9}"/>
                </a:ext>
              </a:extLst>
            </p:cNvPr>
            <p:cNvGrpSpPr/>
            <p:nvPr/>
          </p:nvGrpSpPr>
          <p:grpSpPr>
            <a:xfrm>
              <a:off x="24740019" y="10405197"/>
              <a:ext cx="304796" cy="1093072"/>
              <a:chOff x="24740019" y="10405197"/>
              <a:chExt cx="304796" cy="1093072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AD0A04AD-7C3B-D7A2-E927-EB427EB3A75F}"/>
                  </a:ext>
                </a:extLst>
              </p:cNvPr>
              <p:cNvSpPr/>
              <p:nvPr/>
            </p:nvSpPr>
            <p:spPr>
              <a:xfrm>
                <a:off x="24740019" y="11193473"/>
                <a:ext cx="304796" cy="304796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 lang="en-US" sz="4000" dirty="0" err="1">
                  <a:solidFill>
                    <a:schemeClr val="bg1"/>
                  </a:solidFill>
                  <a:latin typeface="NVIDIA Sans" panose="020B0503020203020204" pitchFamily="34" charset="0"/>
                </a:endParaRPr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7172AAE-5D95-2526-9254-63D68E860C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892417" y="10405197"/>
                <a:ext cx="0" cy="788276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2B26BF0-67C9-B919-C553-F00E85A60C86}"/>
              </a:ext>
            </a:extLst>
          </p:cNvPr>
          <p:cNvGrpSpPr/>
          <p:nvPr/>
        </p:nvGrpSpPr>
        <p:grpSpPr>
          <a:xfrm>
            <a:off x="30505029" y="11193473"/>
            <a:ext cx="6237837" cy="3902089"/>
            <a:chOff x="30505029" y="11193473"/>
            <a:chExt cx="6237837" cy="3902089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9CDF8E40-108D-3C63-B5AD-662E6DA586B9}"/>
                </a:ext>
              </a:extLst>
            </p:cNvPr>
            <p:cNvGrpSpPr/>
            <p:nvPr/>
          </p:nvGrpSpPr>
          <p:grpSpPr>
            <a:xfrm>
              <a:off x="30506855" y="12961173"/>
              <a:ext cx="6236011" cy="2134389"/>
              <a:chOff x="4166212" y="8053239"/>
              <a:chExt cx="6236011" cy="2134389"/>
            </a:xfrm>
          </p:grpSpPr>
          <p:sp>
            <p:nvSpPr>
              <p:cNvPr id="76" name="Text Placeholder 7">
                <a:extLst>
                  <a:ext uri="{FF2B5EF4-FFF2-40B4-BE49-F238E27FC236}">
                    <a16:creationId xmlns:a16="http://schemas.microsoft.com/office/drawing/2014/main" id="{F795C5E5-0446-5D91-D74B-FC3612E3A1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30010" y="8795968"/>
                <a:ext cx="6172213" cy="795528"/>
              </a:xfrm>
              <a:prstGeom prst="rect">
                <a:avLst/>
              </a:prstGeom>
            </p:spPr>
            <p:txBody>
              <a:bodyPr anchor="b"/>
              <a:lstStyle>
                <a:lvl1pPr marL="0" indent="0" algn="ctr" defTabSz="27432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FontTx/>
                  <a:buNone/>
                  <a:defRPr sz="4000" b="1" kern="1200" cap="none" baseline="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NVIDIA Sans" panose="020B0503020203020204" pitchFamily="34" charset="0"/>
                  </a:defRPr>
                </a:lvl1pPr>
                <a:lvl2pPr marL="2562790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2pPr>
                <a:lvl3pPr marL="4883584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3pPr>
                <a:lvl4pPr marL="693372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4pPr>
                <a:lvl5pPr marL="847140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5pPr>
                <a:lvl6pPr marL="75438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89154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02870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16586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b="0" dirty="0">
                    <a:solidFill>
                      <a:schemeClr val="bg1"/>
                    </a:solidFill>
                    <a:latin typeface="+mj-lt"/>
                  </a:rPr>
                  <a:t>Title Goes Here</a:t>
                </a:r>
              </a:p>
            </p:txBody>
          </p:sp>
          <p:sp>
            <p:nvSpPr>
              <p:cNvPr id="77" name="Text Placeholder 7">
                <a:extLst>
                  <a:ext uri="{FF2B5EF4-FFF2-40B4-BE49-F238E27FC236}">
                    <a16:creationId xmlns:a16="http://schemas.microsoft.com/office/drawing/2014/main" id="{2AFD3630-4819-DEE7-70CA-87D59033C7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30009" y="9507873"/>
                <a:ext cx="6172214" cy="679755"/>
              </a:xfrm>
              <a:prstGeom prst="rect">
                <a:avLst/>
              </a:prstGeom>
            </p:spPr>
            <p:txBody>
              <a:bodyPr/>
              <a:lstStyle>
                <a:lvl1pPr marL="0" indent="0" algn="ctr" defTabSz="27432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Tx/>
                  <a:buNone/>
                  <a:defRPr sz="3200" b="0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NVIDIA Sans" panose="020B0503020203020204" pitchFamily="34" charset="0"/>
                  </a:defRPr>
                </a:lvl1pPr>
                <a:lvl2pPr marL="2562790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2pPr>
                <a:lvl3pPr marL="4883584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3pPr>
                <a:lvl4pPr marL="693372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4pPr>
                <a:lvl5pPr marL="847140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5pPr>
                <a:lvl6pPr marL="75438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89154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02870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16586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2800" dirty="0">
                    <a:solidFill>
                      <a:schemeClr val="bg1"/>
                    </a:solidFill>
                  </a:rPr>
                  <a:t>Supporting text here</a:t>
                </a:r>
              </a:p>
            </p:txBody>
          </p:sp>
          <p:sp>
            <p:nvSpPr>
              <p:cNvPr id="78" name="Text Placeholder 7">
                <a:extLst>
                  <a:ext uri="{FF2B5EF4-FFF2-40B4-BE49-F238E27FC236}">
                    <a16:creationId xmlns:a16="http://schemas.microsoft.com/office/drawing/2014/main" id="{6B23C428-1C91-483E-099F-E8E7A5CFDC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6212" y="8053239"/>
                <a:ext cx="6172213" cy="795528"/>
              </a:xfrm>
              <a:prstGeom prst="rect">
                <a:avLst/>
              </a:prstGeom>
            </p:spPr>
            <p:txBody>
              <a:bodyPr anchor="b"/>
              <a:lstStyle>
                <a:lvl1pPr marL="0" indent="0" algn="ctr" defTabSz="27432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FontTx/>
                  <a:buNone/>
                  <a:defRPr sz="7200" b="0" kern="1200" cap="none" baseline="0">
                    <a:solidFill>
                      <a:schemeClr val="tx1"/>
                    </a:solidFill>
                    <a:latin typeface="NVIDIA Sans Light" panose="020B0303020203020204" pitchFamily="34" charset="0"/>
                    <a:ea typeface="+mn-ea"/>
                    <a:cs typeface="NVIDIA Sans Light" panose="020B0303020203020204" pitchFamily="34" charset="0"/>
                  </a:defRPr>
                </a:lvl1pPr>
                <a:lvl2pPr marL="2562790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2pPr>
                <a:lvl3pPr marL="4883584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3pPr>
                <a:lvl4pPr marL="693372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4pPr>
                <a:lvl5pPr marL="8471409" indent="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Tx/>
                  <a:buNone/>
                  <a:defRPr sz="4000" b="1" kern="1200">
                    <a:solidFill>
                      <a:schemeClr val="tx1"/>
                    </a:solidFill>
                    <a:latin typeface="NVIDIA Sans" panose="020B0503020203020204" pitchFamily="34" charset="0"/>
                    <a:ea typeface="+mn-ea"/>
                    <a:cs typeface="+mn-cs"/>
                  </a:defRPr>
                </a:lvl5pPr>
                <a:lvl6pPr marL="75438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89154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02870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1658600" indent="-685800" algn="l" defTabSz="27432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NVIDIA Sans" panose="020B0503020203020204" pitchFamily="34" charset="0"/>
                  <a:buChar char="•"/>
                  <a:defRPr sz="5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dirty="0">
                    <a:solidFill>
                      <a:schemeClr val="bg1"/>
                    </a:solidFill>
                  </a:rPr>
                  <a:t>2024 – Feb.</a:t>
                </a: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0F785B27-4BD4-BC99-1250-5B32F47A6381}"/>
                </a:ext>
              </a:extLst>
            </p:cNvPr>
            <p:cNvGrpSpPr/>
            <p:nvPr/>
          </p:nvGrpSpPr>
          <p:grpSpPr>
            <a:xfrm>
              <a:off x="30505029" y="11193473"/>
              <a:ext cx="304796" cy="982670"/>
              <a:chOff x="30505029" y="11193473"/>
              <a:chExt cx="304796" cy="982670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06494F6-635A-A75A-78F5-437804E9D735}"/>
                  </a:ext>
                </a:extLst>
              </p:cNvPr>
              <p:cNvSpPr/>
              <p:nvPr/>
            </p:nvSpPr>
            <p:spPr>
              <a:xfrm>
                <a:off x="30505029" y="11193473"/>
                <a:ext cx="304796" cy="304796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 lang="en-US" sz="4000" dirty="0" err="1">
                  <a:solidFill>
                    <a:schemeClr val="bg1"/>
                  </a:solidFill>
                  <a:latin typeface="NVIDIA Sans" panose="020B0503020203020204" pitchFamily="34" charset="0"/>
                </a:endParaRPr>
              </a:p>
            </p:txBody>
          </p: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CD92066A-7AD6-C5A5-16D8-517BA79FAF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57427" y="11387867"/>
                <a:ext cx="0" cy="788276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307501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6563-0820-5520-DB5C-DC5138C9D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736A8-D543-7118-6562-2AA15C754F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With images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F5936B-8D36-68EA-2EB8-092C6F3676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DD3255-E746-8161-B083-6D8DECD5124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Supporting text goes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4B1A888-FC29-BEDC-377A-848D2A1767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2022 – Aug.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6585255-D07B-8980-CCC2-1625539ACCC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/>
              <a:t>Title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FC1CA24-F122-945D-F0A3-D4532CF8E9E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Supporting text goes here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659451A-F4A3-BEE9-6AA4-B16BCF2502A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/>
              <a:t>2022 – Oct.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0B6E507-CFC6-0528-8C48-A905595321E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dirty="0"/>
              <a:t>Title Goes Here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0A0D4F1-B28A-BC9A-21ED-B25C16DCA2A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 dirty="0"/>
              <a:t>Supporting text goes here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AEA6F35-5526-6A6B-CE32-38582975AF5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 dirty="0"/>
              <a:t>2023 – Jan.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6FF49ECB-6568-C17D-4858-0C2E5DCA582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US" dirty="0"/>
              <a:t>Title Goes Here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F52CB4F-4F8C-65FC-50E3-9B3A48B8C2D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 dirty="0"/>
              <a:t>Supporting text goes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1B4795D-5AD6-164E-C89F-2265EE10351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en-US" dirty="0"/>
              <a:t>2023 – May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19B9B914-8A71-EF33-2C26-2F7A31FBE1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n-US" dirty="0"/>
              <a:t>Title Goes Here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7CF8670-8354-66C8-02D8-F19B2D4416A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en-US" dirty="0"/>
              <a:t>Supporting text goes here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D6B9EC45-4135-CD36-490F-540CB4E33DF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en-US" dirty="0"/>
              <a:t>2023 – Sept.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C2A463B-8C67-6936-54FF-3C691653B0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A7039F1-786C-B7CB-39CC-0CD6D143E4C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5718E0B-6F23-E32A-6F93-F811B7D77BBA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2E95A00B-5260-6F5D-4090-4AC40A4C6AB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071EB31-9C3F-C84D-BDB1-5A9F8C4214D4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009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6563-0820-5520-DB5C-DC5138C9D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Timeline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736A8-D543-7118-6562-2AA15C754F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With text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96338F9-83FE-68CD-69FF-A8DD9BA1D95E}"/>
              </a:ext>
            </a:extLst>
          </p:cNvPr>
          <p:cNvCxnSpPr>
            <a:cxnSpLocks/>
          </p:cNvCxnSpPr>
          <p:nvPr/>
        </p:nvCxnSpPr>
        <p:spPr>
          <a:xfrm>
            <a:off x="4969266" y="16623021"/>
            <a:ext cx="0" cy="3931920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E2C0B9D-9BA7-726C-0A30-8657BF4B095B}"/>
              </a:ext>
            </a:extLst>
          </p:cNvPr>
          <p:cNvSpPr txBox="1"/>
          <p:nvPr/>
        </p:nvSpPr>
        <p:spPr>
          <a:xfrm>
            <a:off x="5712756" y="18071159"/>
            <a:ext cx="3140298" cy="131112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>
            <a:spAutoFit/>
          </a:bodyPr>
          <a:lstStyle/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sz="8800" dirty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rPr>
              <a:t>2022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20E00BB-A02E-D58E-E4E7-52DD7B5A1CBB}"/>
              </a:ext>
            </a:extLst>
          </p:cNvPr>
          <p:cNvCxnSpPr>
            <a:cxnSpLocks/>
          </p:cNvCxnSpPr>
          <p:nvPr/>
        </p:nvCxnSpPr>
        <p:spPr>
          <a:xfrm>
            <a:off x="4969266" y="17758958"/>
            <a:ext cx="16477572" cy="0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8DAAF19-7371-8DE2-618C-6C43E20C4DB3}"/>
              </a:ext>
            </a:extLst>
          </p:cNvPr>
          <p:cNvSpPr txBox="1"/>
          <p:nvPr/>
        </p:nvSpPr>
        <p:spPr>
          <a:xfrm>
            <a:off x="9562010" y="16808108"/>
            <a:ext cx="3823130" cy="5909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>
            <a:sp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US" sz="36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October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12B836-6D60-D8EB-E279-2C510A4298E3}"/>
              </a:ext>
            </a:extLst>
          </p:cNvPr>
          <p:cNvSpPr txBox="1"/>
          <p:nvPr/>
        </p:nvSpPr>
        <p:spPr>
          <a:xfrm>
            <a:off x="13437465" y="16808108"/>
            <a:ext cx="3687289" cy="5909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>
            <a:sp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US" sz="36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November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86C868-F6E2-213C-D135-9E9D27C50FD4}"/>
              </a:ext>
            </a:extLst>
          </p:cNvPr>
          <p:cNvSpPr txBox="1"/>
          <p:nvPr/>
        </p:nvSpPr>
        <p:spPr>
          <a:xfrm>
            <a:off x="17203205" y="16808108"/>
            <a:ext cx="3823131" cy="5909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>
            <a:sp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US" sz="36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December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1830A86-42A2-1670-DDB7-D95C72C82D0D}"/>
              </a:ext>
            </a:extLst>
          </p:cNvPr>
          <p:cNvCxnSpPr>
            <a:cxnSpLocks/>
          </p:cNvCxnSpPr>
          <p:nvPr/>
        </p:nvCxnSpPr>
        <p:spPr>
          <a:xfrm>
            <a:off x="22051920" y="16623021"/>
            <a:ext cx="0" cy="3931920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53B33C7-B2DC-B14F-2A97-45383EDC62D1}"/>
              </a:ext>
            </a:extLst>
          </p:cNvPr>
          <p:cNvSpPr txBox="1"/>
          <p:nvPr/>
        </p:nvSpPr>
        <p:spPr>
          <a:xfrm>
            <a:off x="22795410" y="18071159"/>
            <a:ext cx="3140298" cy="131112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>
            <a:spAutoFit/>
          </a:bodyPr>
          <a:lstStyle/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sz="8800" dirty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rPr>
              <a:t>2023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0297AD8-F198-608E-B996-685CEE8D6868}"/>
              </a:ext>
            </a:extLst>
          </p:cNvPr>
          <p:cNvCxnSpPr>
            <a:cxnSpLocks/>
          </p:cNvCxnSpPr>
          <p:nvPr/>
        </p:nvCxnSpPr>
        <p:spPr>
          <a:xfrm>
            <a:off x="22051920" y="17758958"/>
            <a:ext cx="12817730" cy="0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869046F-8D1A-B88F-706D-F583ED119B14}"/>
              </a:ext>
            </a:extLst>
          </p:cNvPr>
          <p:cNvSpPr txBox="1"/>
          <p:nvPr/>
        </p:nvSpPr>
        <p:spPr>
          <a:xfrm>
            <a:off x="26688579" y="16808108"/>
            <a:ext cx="3687293" cy="5909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>
            <a:sp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US" sz="36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February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D395E5-C464-5009-F0D6-D3695E68485D}"/>
              </a:ext>
            </a:extLst>
          </p:cNvPr>
          <p:cNvSpPr txBox="1"/>
          <p:nvPr/>
        </p:nvSpPr>
        <p:spPr>
          <a:xfrm>
            <a:off x="30375871" y="16808108"/>
            <a:ext cx="3711651" cy="5909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>
            <a:sp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US" sz="36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March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F174F7-A14F-8013-9841-66006FF799A4}"/>
              </a:ext>
            </a:extLst>
          </p:cNvPr>
          <p:cNvSpPr txBox="1"/>
          <p:nvPr/>
        </p:nvSpPr>
        <p:spPr>
          <a:xfrm>
            <a:off x="5686629" y="16808108"/>
            <a:ext cx="3823129" cy="5909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>
            <a:sp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US" sz="36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September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FAA0FE-EEA1-978A-1FA2-26420F97C554}"/>
              </a:ext>
            </a:extLst>
          </p:cNvPr>
          <p:cNvSpPr txBox="1"/>
          <p:nvPr/>
        </p:nvSpPr>
        <p:spPr>
          <a:xfrm>
            <a:off x="23077504" y="16808108"/>
            <a:ext cx="3558823" cy="5909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>
            <a:sp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US" sz="36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January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435BB0-AE1A-3CFE-5A05-C74669583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745787"/>
              </p:ext>
            </p:extLst>
          </p:nvPr>
        </p:nvGraphicFramePr>
        <p:xfrm>
          <a:off x="1730238" y="4662323"/>
          <a:ext cx="32357285" cy="10948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2917">
                  <a:extLst>
                    <a:ext uri="{9D8B030D-6E8A-4147-A177-3AD203B41FA5}">
                      <a16:colId xmlns:a16="http://schemas.microsoft.com/office/drawing/2014/main" val="1714626306"/>
                    </a:ext>
                  </a:extLst>
                </a:gridCol>
                <a:gridCol w="3923506">
                  <a:extLst>
                    <a:ext uri="{9D8B030D-6E8A-4147-A177-3AD203B41FA5}">
                      <a16:colId xmlns:a16="http://schemas.microsoft.com/office/drawing/2014/main" val="1697748500"/>
                    </a:ext>
                  </a:extLst>
                </a:gridCol>
                <a:gridCol w="3821905">
                  <a:extLst>
                    <a:ext uri="{9D8B030D-6E8A-4147-A177-3AD203B41FA5}">
                      <a16:colId xmlns:a16="http://schemas.microsoft.com/office/drawing/2014/main" val="3872581152"/>
                    </a:ext>
                  </a:extLst>
                </a:gridCol>
                <a:gridCol w="3821905">
                  <a:extLst>
                    <a:ext uri="{9D8B030D-6E8A-4147-A177-3AD203B41FA5}">
                      <a16:colId xmlns:a16="http://schemas.microsoft.com/office/drawing/2014/main" val="2543914041"/>
                    </a:ext>
                  </a:extLst>
                </a:gridCol>
                <a:gridCol w="3821905">
                  <a:extLst>
                    <a:ext uri="{9D8B030D-6E8A-4147-A177-3AD203B41FA5}">
                      <a16:colId xmlns:a16="http://schemas.microsoft.com/office/drawing/2014/main" val="503263976"/>
                    </a:ext>
                  </a:extLst>
                </a:gridCol>
                <a:gridCol w="1906001">
                  <a:extLst>
                    <a:ext uri="{9D8B030D-6E8A-4147-A177-3AD203B41FA5}">
                      <a16:colId xmlns:a16="http://schemas.microsoft.com/office/drawing/2014/main" val="1994116867"/>
                    </a:ext>
                  </a:extLst>
                </a:gridCol>
                <a:gridCol w="3716382">
                  <a:extLst>
                    <a:ext uri="{9D8B030D-6E8A-4147-A177-3AD203B41FA5}">
                      <a16:colId xmlns:a16="http://schemas.microsoft.com/office/drawing/2014/main" val="3535531230"/>
                    </a:ext>
                  </a:extLst>
                </a:gridCol>
                <a:gridCol w="3716382">
                  <a:extLst>
                    <a:ext uri="{9D8B030D-6E8A-4147-A177-3AD203B41FA5}">
                      <a16:colId xmlns:a16="http://schemas.microsoft.com/office/drawing/2014/main" val="3440719220"/>
                    </a:ext>
                  </a:extLst>
                </a:gridCol>
                <a:gridCol w="3716382">
                  <a:extLst>
                    <a:ext uri="{9D8B030D-6E8A-4147-A177-3AD203B41FA5}">
                      <a16:colId xmlns:a16="http://schemas.microsoft.com/office/drawing/2014/main" val="3865641401"/>
                    </a:ext>
                  </a:extLst>
                </a:gridCol>
              </a:tblGrid>
              <a:tr h="1444418">
                <a:tc>
                  <a:txBody>
                    <a:bodyPr/>
                    <a:lstStyle/>
                    <a:p>
                      <a:pPr algn="l"/>
                      <a:endParaRPr lang="en-US" sz="4000" b="0" dirty="0">
                        <a:latin typeface="NVIDIA Sans Medium" panose="020B0603020203020204" pitchFamily="34" charset="0"/>
                        <a:cs typeface="NVIDIA Sans Medium" panose="020B0603020203020204" pitchFamily="34" charset="0"/>
                      </a:endParaRPr>
                    </a:p>
                  </a:txBody>
                  <a:tcPr marL="365760" marR="182880" marT="152400" marB="152400" anchor="ctr">
                    <a:lnL w="12700" cmpd="sng">
                      <a:noFill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2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Title Goes Here</a:t>
                      </a: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>
                          <a:solidFill>
                            <a:schemeClr val="tx2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Title Goes Here</a:t>
                      </a: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>
                          <a:solidFill>
                            <a:schemeClr val="tx2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Title Goes Here</a:t>
                      </a: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>
                          <a:solidFill>
                            <a:schemeClr val="tx2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Title Goes Here</a:t>
                      </a: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dirty="0">
                        <a:solidFill>
                          <a:schemeClr val="tx2"/>
                        </a:solidFill>
                        <a:latin typeface="NVIDIA Sans Medium" panose="020B0603020203020204" pitchFamily="34" charset="0"/>
                        <a:cs typeface="NVIDIA Sans Medium" panose="020B06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>
                          <a:solidFill>
                            <a:schemeClr val="tx2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Title Goes Here</a:t>
                      </a: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>
                          <a:solidFill>
                            <a:schemeClr val="tx2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Title Goes Here</a:t>
                      </a: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>
                          <a:solidFill>
                            <a:schemeClr val="tx2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Title Goes Here</a:t>
                      </a: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95191"/>
                  </a:ext>
                </a:extLst>
              </a:tr>
              <a:tr h="1900899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 Goes Here</a:t>
                      </a:r>
                    </a:p>
                  </a:txBody>
                  <a:tcPr marL="365760" marR="182880" marT="152400" marB="152400" anchor="ctr">
                    <a:lnL w="12700" cmpd="sng">
                      <a:noFill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</a:t>
                      </a: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</a:t>
                      </a: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</a:t>
                      </a: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743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</a:t>
                      </a: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</a:t>
                      </a: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594288"/>
                  </a:ext>
                </a:extLst>
              </a:tr>
              <a:tr h="1900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 Goes Here</a:t>
                      </a:r>
                    </a:p>
                  </a:txBody>
                  <a:tcPr marL="365760" marR="182880" marT="152400" marB="152400" anchor="ctr">
                    <a:lnL w="12700" cmpd="sng">
                      <a:noFill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754937"/>
                  </a:ext>
                </a:extLst>
              </a:tr>
              <a:tr h="1900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 Goes Here</a:t>
                      </a:r>
                    </a:p>
                  </a:txBody>
                  <a:tcPr marL="365760" marR="182880" marT="152400" marB="152400" anchor="ctr">
                    <a:lnL w="12700" cmpd="sng">
                      <a:noFill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</a:t>
                      </a: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</a:t>
                      </a: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</a:t>
                      </a: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137814"/>
                  </a:ext>
                </a:extLst>
              </a:tr>
              <a:tr h="1900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 Goes Here</a:t>
                      </a:r>
                    </a:p>
                  </a:txBody>
                  <a:tcPr marL="365760" marR="182880" marT="152400" marB="152400" anchor="ctr">
                    <a:lnL w="12700" cmpd="sng">
                      <a:noFill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</a:t>
                      </a: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743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</a:t>
                      </a: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747690"/>
                  </a:ext>
                </a:extLst>
              </a:tr>
              <a:tr h="1900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 Goes Here</a:t>
                      </a:r>
                    </a:p>
                  </a:txBody>
                  <a:tcPr marL="365760" marR="182880" marT="152400" marB="152400" anchor="ctr">
                    <a:lnL w="12700" cmpd="sng">
                      <a:noFill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</a:t>
                      </a: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Text</a:t>
                      </a: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bg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60" marR="182880" marT="152400" marB="15240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260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41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C938E472-C4CC-D7E9-39A1-883137540A9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5BE56-6F7E-EC64-4FE8-E7DE68373671}"/>
              </a:ext>
            </a:extLst>
          </p:cNvPr>
          <p:cNvSpPr/>
          <p:nvPr/>
        </p:nvSpPr>
        <p:spPr>
          <a:xfrm>
            <a:off x="0" y="17573668"/>
            <a:ext cx="36576000" cy="1545336"/>
          </a:xfrm>
          <a:prstGeom prst="rect">
            <a:avLst/>
          </a:prstGeom>
          <a:solidFill>
            <a:schemeClr val="bg1">
              <a:lumMod val="75000"/>
              <a:lumOff val="2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B8354B-F0CA-F94B-26E3-33777E49D857}"/>
              </a:ext>
            </a:extLst>
          </p:cNvPr>
          <p:cNvSpPr txBox="1"/>
          <p:nvPr/>
        </p:nvSpPr>
        <p:spPr>
          <a:xfrm>
            <a:off x="15924469" y="17715394"/>
            <a:ext cx="4727063" cy="126188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400" dirty="0">
                <a:latin typeface="NVIDIA Sans" panose="020B0503020203020204" pitchFamily="34" charset="0"/>
                <a:cs typeface="NVIDIA Sans" panose="020B0503020203020204" pitchFamily="34" charset="0"/>
              </a:rPr>
              <a:t>Video/Demo Title</a:t>
            </a:r>
          </a:p>
          <a:p>
            <a:pPr algn="ctr"/>
            <a:r>
              <a:rPr lang="en-US" sz="3200" dirty="0">
                <a:latin typeface="NVIDIA Sans" panose="020B0503020203020204" pitchFamily="34" charset="0"/>
                <a:cs typeface="NVIDIA Sans" panose="020B0503020203020204" pitchFamily="34" charset="0"/>
              </a:rPr>
              <a:t>Subtitle option </a:t>
            </a:r>
          </a:p>
        </p:txBody>
      </p:sp>
    </p:spTree>
    <p:extLst>
      <p:ext uri="{BB962C8B-B14F-4D97-AF65-F5344CB8AC3E}">
        <p14:creationId xmlns:p14="http://schemas.microsoft.com/office/powerpoint/2010/main" val="332800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edia Placeholder 10">
            <a:extLst>
              <a:ext uri="{FF2B5EF4-FFF2-40B4-BE49-F238E27FC236}">
                <a16:creationId xmlns:a16="http://schemas.microsoft.com/office/drawing/2014/main" id="{7AC852DF-BCA9-87B1-D8BC-45058C8795E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B62BDF-5649-B1CB-C1F0-571EB3E96E8D}"/>
              </a:ext>
            </a:extLst>
          </p:cNvPr>
          <p:cNvSpPr/>
          <p:nvPr/>
        </p:nvSpPr>
        <p:spPr>
          <a:xfrm>
            <a:off x="0" y="17573668"/>
            <a:ext cx="36576000" cy="1545336"/>
          </a:xfrm>
          <a:prstGeom prst="rect">
            <a:avLst/>
          </a:prstGeom>
          <a:solidFill>
            <a:schemeClr val="bg1">
              <a:lumMod val="75000"/>
              <a:lumOff val="2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B8354B-F0CA-F94B-26E3-33777E49D857}"/>
              </a:ext>
            </a:extLst>
          </p:cNvPr>
          <p:cNvSpPr txBox="1"/>
          <p:nvPr/>
        </p:nvSpPr>
        <p:spPr>
          <a:xfrm>
            <a:off x="15924469" y="17715394"/>
            <a:ext cx="4727063" cy="126188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400" dirty="0">
                <a:latin typeface="NVIDIA Sans" panose="020B0503020203020204" pitchFamily="34" charset="0"/>
                <a:cs typeface="NVIDIA Sans" panose="020B0503020203020204" pitchFamily="34" charset="0"/>
              </a:rPr>
              <a:t>Video/Demo Title</a:t>
            </a:r>
          </a:p>
          <a:p>
            <a:pPr algn="ctr"/>
            <a:r>
              <a:rPr lang="en-US" sz="3200" dirty="0">
                <a:latin typeface="NVIDIA Sans" panose="020B0503020203020204" pitchFamily="34" charset="0"/>
                <a:cs typeface="NVIDIA Sans" panose="020B0503020203020204" pitchFamily="34" charset="0"/>
              </a:rPr>
              <a:t>Subtitle option </a:t>
            </a:r>
          </a:p>
        </p:txBody>
      </p:sp>
    </p:spTree>
    <p:extLst>
      <p:ext uri="{BB962C8B-B14F-4D97-AF65-F5344CB8AC3E}">
        <p14:creationId xmlns:p14="http://schemas.microsoft.com/office/powerpoint/2010/main" val="159287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26DAD519-D697-424A-9D91-F04CFBA19AB9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19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91652" y="4912627"/>
            <a:ext cx="27992695" cy="1382150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81A0ED3-4FEB-41A0-823C-A6BC5C51E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World Map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05755A-B3E8-44DF-836D-E8E45E9C91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4600" y="2487613"/>
            <a:ext cx="31546800" cy="1408112"/>
          </a:xfrm>
        </p:spPr>
        <p:txBody>
          <a:bodyPr/>
          <a:lstStyle/>
          <a:p>
            <a:r>
              <a:rPr lang="en-US" dirty="0"/>
              <a:t>Adjust locations to areas needed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ED6CD2D5-B861-4C1C-AF47-B9A8062B29A1}"/>
              </a:ext>
            </a:extLst>
          </p:cNvPr>
          <p:cNvSpPr/>
          <p:nvPr/>
        </p:nvSpPr>
        <p:spPr>
          <a:xfrm>
            <a:off x="7640975" y="10387684"/>
            <a:ext cx="208040" cy="208040"/>
          </a:xfrm>
          <a:prstGeom prst="ellipse">
            <a:avLst/>
          </a:prstGeom>
          <a:solidFill>
            <a:schemeClr val="tx2"/>
          </a:solidFill>
          <a:ln>
            <a:solidFill>
              <a:schemeClr val="tx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DDC6A54B-41EC-4484-A2BF-7FA56285537D}"/>
              </a:ext>
            </a:extLst>
          </p:cNvPr>
          <p:cNvSpPr/>
          <p:nvPr/>
        </p:nvSpPr>
        <p:spPr>
          <a:xfrm>
            <a:off x="28279277" y="10607677"/>
            <a:ext cx="208040" cy="208040"/>
          </a:xfrm>
          <a:prstGeom prst="ellipse">
            <a:avLst/>
          </a:prstGeom>
          <a:solidFill>
            <a:schemeClr val="tx2"/>
          </a:solidFill>
          <a:ln>
            <a:solidFill>
              <a:schemeClr val="tx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A1579B8C-5CCE-469C-8F88-21B9EFBB6995}"/>
              </a:ext>
            </a:extLst>
          </p:cNvPr>
          <p:cNvSpPr/>
          <p:nvPr/>
        </p:nvSpPr>
        <p:spPr>
          <a:xfrm>
            <a:off x="19277068" y="8075018"/>
            <a:ext cx="208040" cy="208040"/>
          </a:xfrm>
          <a:prstGeom prst="ellipse">
            <a:avLst/>
          </a:prstGeom>
          <a:solidFill>
            <a:schemeClr val="tx2"/>
          </a:solidFill>
          <a:ln>
            <a:solidFill>
              <a:schemeClr val="tx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26549F4-284D-4867-871D-EA3819BC6B33}"/>
              </a:ext>
            </a:extLst>
          </p:cNvPr>
          <p:cNvSpPr txBox="1"/>
          <p:nvPr/>
        </p:nvSpPr>
        <p:spPr>
          <a:xfrm>
            <a:off x="7870762" y="10219673"/>
            <a:ext cx="2693494" cy="5909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Santa Clara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A0BD13D-A70C-4C6D-8B10-C7415830F06E}"/>
              </a:ext>
            </a:extLst>
          </p:cNvPr>
          <p:cNvSpPr txBox="1"/>
          <p:nvPr/>
        </p:nvSpPr>
        <p:spPr>
          <a:xfrm>
            <a:off x="28509066" y="10439664"/>
            <a:ext cx="1462195" cy="5909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sz="360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Tokyo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E503DF2-89A4-48AE-B57E-B565820923AE}"/>
              </a:ext>
            </a:extLst>
          </p:cNvPr>
          <p:cNvSpPr txBox="1"/>
          <p:nvPr/>
        </p:nvSpPr>
        <p:spPr>
          <a:xfrm>
            <a:off x="19506854" y="7907008"/>
            <a:ext cx="1914307" cy="5909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Helsinki</a:t>
            </a:r>
          </a:p>
        </p:txBody>
      </p:sp>
    </p:spTree>
    <p:extLst>
      <p:ext uri="{BB962C8B-B14F-4D97-AF65-F5344CB8AC3E}">
        <p14:creationId xmlns:p14="http://schemas.microsoft.com/office/powerpoint/2010/main" val="4211604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svg="http://schemas.microsoft.com/office/drawing/2016/SVG/main" xmlns:a16="http://schemas.microsoft.com/office/drawing/2014/main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26DAD519-D697-424A-9D91-F04CFBA19AB9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19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91652" y="4912627"/>
            <a:ext cx="27992695" cy="1382150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81A0ED3-4FEB-41A0-823C-A6BC5C51E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World Map Slide With Additional Text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ED6CD2D5-B861-4C1C-AF47-B9A8062B29A1}"/>
              </a:ext>
            </a:extLst>
          </p:cNvPr>
          <p:cNvSpPr/>
          <p:nvPr/>
        </p:nvSpPr>
        <p:spPr>
          <a:xfrm>
            <a:off x="7640975" y="10387684"/>
            <a:ext cx="208040" cy="208040"/>
          </a:xfrm>
          <a:prstGeom prst="ellipse">
            <a:avLst/>
          </a:prstGeom>
          <a:solidFill>
            <a:schemeClr val="tx2"/>
          </a:solidFill>
          <a:ln>
            <a:solidFill>
              <a:schemeClr val="tx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DDC6A54B-41EC-4484-A2BF-7FA56285537D}"/>
              </a:ext>
            </a:extLst>
          </p:cNvPr>
          <p:cNvSpPr/>
          <p:nvPr/>
        </p:nvSpPr>
        <p:spPr>
          <a:xfrm>
            <a:off x="28279277" y="10607677"/>
            <a:ext cx="208040" cy="208040"/>
          </a:xfrm>
          <a:prstGeom prst="ellipse">
            <a:avLst/>
          </a:prstGeom>
          <a:solidFill>
            <a:schemeClr val="tx2"/>
          </a:solidFill>
          <a:ln>
            <a:solidFill>
              <a:schemeClr val="tx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A1579B8C-5CCE-469C-8F88-21B9EFBB6995}"/>
              </a:ext>
            </a:extLst>
          </p:cNvPr>
          <p:cNvSpPr/>
          <p:nvPr/>
        </p:nvSpPr>
        <p:spPr>
          <a:xfrm>
            <a:off x="19277068" y="8075018"/>
            <a:ext cx="208040" cy="208040"/>
          </a:xfrm>
          <a:prstGeom prst="ellipse">
            <a:avLst/>
          </a:prstGeom>
          <a:solidFill>
            <a:schemeClr val="tx2"/>
          </a:solidFill>
          <a:ln>
            <a:solidFill>
              <a:schemeClr val="tx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26549F4-284D-4867-871D-EA3819BC6B33}"/>
              </a:ext>
            </a:extLst>
          </p:cNvPr>
          <p:cNvSpPr txBox="1"/>
          <p:nvPr/>
        </p:nvSpPr>
        <p:spPr>
          <a:xfrm>
            <a:off x="7870762" y="10219673"/>
            <a:ext cx="2693494" cy="5909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Santa Clara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A0BD13D-A70C-4C6D-8B10-C7415830F06E}"/>
              </a:ext>
            </a:extLst>
          </p:cNvPr>
          <p:cNvSpPr txBox="1"/>
          <p:nvPr/>
        </p:nvSpPr>
        <p:spPr>
          <a:xfrm>
            <a:off x="28509066" y="10439664"/>
            <a:ext cx="1462195" cy="5909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sz="360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Tokyo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E503DF2-89A4-48AE-B57E-B565820923AE}"/>
              </a:ext>
            </a:extLst>
          </p:cNvPr>
          <p:cNvSpPr txBox="1"/>
          <p:nvPr/>
        </p:nvSpPr>
        <p:spPr>
          <a:xfrm>
            <a:off x="19506854" y="7907008"/>
            <a:ext cx="1914307" cy="5909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Helsinki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10ECFF-2E20-404A-4F2D-C18D674ED5F9}"/>
              </a:ext>
            </a:extLst>
          </p:cNvPr>
          <p:cNvSpPr txBox="1"/>
          <p:nvPr/>
        </p:nvSpPr>
        <p:spPr>
          <a:xfrm>
            <a:off x="1692877" y="15875973"/>
            <a:ext cx="7459318" cy="30839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Include supporting </a:t>
            </a:r>
            <a:b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</a:br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text here for labels</a:t>
            </a:r>
          </a:p>
          <a:p>
            <a:pPr>
              <a:lnSpc>
                <a:spcPct val="90000"/>
              </a:lnSpc>
            </a:pPr>
            <a:endParaRPr lang="en-US" sz="3600" dirty="0">
              <a:solidFill>
                <a:schemeClr val="bg1"/>
              </a:solidFill>
              <a:latin typeface="NVIDIA Sans" panose="020B0503020203020204" pitchFamily="34" charset="0"/>
              <a:cs typeface="NVIDIA Sans" panose="020B0503020203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Text goes here</a:t>
            </a:r>
          </a:p>
          <a:p>
            <a:pPr>
              <a:lnSpc>
                <a:spcPct val="90000"/>
              </a:lnSpc>
            </a:pPr>
            <a:endParaRPr lang="en-US" sz="3600" dirty="0">
              <a:solidFill>
                <a:schemeClr val="bg1"/>
              </a:solidFill>
              <a:latin typeface="NVIDIA Sans" panose="020B0503020203020204" pitchFamily="34" charset="0"/>
              <a:cs typeface="NVIDIA Sans" panose="020B0503020203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966220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svg="http://schemas.microsoft.com/office/drawing/2016/SVG/main" xmlns:a16="http://schemas.microsoft.com/office/drawing/2014/main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278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NVIDIA Sans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lnSpc>
            <a:spcPct val="90000"/>
          </a:lnSpc>
          <a:defRPr sz="4000" dirty="0" err="1">
            <a:solidFill>
              <a:schemeClr val="tx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sz="4000" dirty="0" err="1" smtClean="0">
            <a:solidFill>
              <a:schemeClr val="bg1"/>
            </a:solidFill>
            <a:latin typeface="NVIDIA Sans" panose="020B0503020203020204" pitchFamily="34" charset="0"/>
            <a:cs typeface="NVIDIA Sans" panose="020B0503020203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VIDIA_Sans_Corp_Template_LIGHT_v2_NewKV.pptx" id="{2CB1BC51-CEBF-4125-BC6C-FB23D6874A8C}" vid="{0B679A5A-A7BB-445D-B89B-5017F75035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VIDIA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VIDIA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7">
    <a:dk1>
      <a:srgbClr val="CDCDCD"/>
    </a:dk1>
    <a:lt1>
      <a:srgbClr val="FFFFFF"/>
    </a:lt1>
    <a:dk2>
      <a:srgbClr val="000000"/>
    </a:dk2>
    <a:lt2>
      <a:srgbClr val="76B900"/>
    </a:lt2>
    <a:accent1>
      <a:srgbClr val="008564"/>
    </a:accent1>
    <a:accent2>
      <a:srgbClr val="5D1682"/>
    </a:accent2>
    <a:accent3>
      <a:srgbClr val="890C58"/>
    </a:accent3>
    <a:accent4>
      <a:srgbClr val="5E5E5E"/>
    </a:accent4>
    <a:accent5>
      <a:srgbClr val="8C8C8C"/>
    </a:accent5>
    <a:accent6>
      <a:srgbClr val="0071C5"/>
    </a:accent6>
    <a:hlink>
      <a:srgbClr val="76B900"/>
    </a:hlink>
    <a:folHlink>
      <a:srgbClr val="76B900"/>
    </a:folHlink>
  </a:clrScheme>
  <a:fontScheme name="Opulent">
    <a:majorFont>
      <a:latin typeface="NVIDIA Sans"/>
      <a:ea typeface=""/>
      <a:cs typeface=""/>
      <a:font script="Jpan" typeface="HG丸ｺﾞｼｯｸM-PRO"/>
      <a:font script="Hang" typeface="HY그래픽M"/>
      <a:font script="Hans" typeface="黑体"/>
      <a:font script="Hant" typeface="微軟正黑體"/>
      <a:font script="Arab" typeface="Tahoma"/>
      <a:font script="Hebr" typeface="Gisha"/>
      <a:font script="Thai" typeface="Iris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  <a:font script="Geor" typeface="Sylfaen"/>
    </a:majorFont>
    <a:minorFont>
      <a:latin typeface="NVIDIA Sans"/>
      <a:ea typeface=""/>
      <a:cs typeface=""/>
      <a:font script="Jpan" typeface="HG丸ｺﾞｼｯｸM-PRO"/>
      <a:font script="Hang" typeface="HY그래픽M"/>
      <a:font script="Hans" typeface="华文新魏"/>
      <a:font script="Hant" typeface="微軟正黑體"/>
      <a:font script="Arab" typeface="Tahoma"/>
      <a:font script="Hebr" typeface="Gisha"/>
      <a:font script="Thai" typeface="Iris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Custom 7">
    <a:dk1>
      <a:srgbClr val="CDCDCD"/>
    </a:dk1>
    <a:lt1>
      <a:srgbClr val="FFFFFF"/>
    </a:lt1>
    <a:dk2>
      <a:srgbClr val="000000"/>
    </a:dk2>
    <a:lt2>
      <a:srgbClr val="76B900"/>
    </a:lt2>
    <a:accent1>
      <a:srgbClr val="008564"/>
    </a:accent1>
    <a:accent2>
      <a:srgbClr val="5D1682"/>
    </a:accent2>
    <a:accent3>
      <a:srgbClr val="890C58"/>
    </a:accent3>
    <a:accent4>
      <a:srgbClr val="5E5E5E"/>
    </a:accent4>
    <a:accent5>
      <a:srgbClr val="8C8C8C"/>
    </a:accent5>
    <a:accent6>
      <a:srgbClr val="0071C5"/>
    </a:accent6>
    <a:hlink>
      <a:srgbClr val="76B900"/>
    </a:hlink>
    <a:folHlink>
      <a:srgbClr val="76B900"/>
    </a:folHlink>
  </a:clrScheme>
  <a:fontScheme name="Opulent">
    <a:majorFont>
      <a:latin typeface="NVIDIA Sans"/>
      <a:ea typeface=""/>
      <a:cs typeface=""/>
      <a:font script="Jpan" typeface="HG丸ｺﾞｼｯｸM-PRO"/>
      <a:font script="Hang" typeface="HY그래픽M"/>
      <a:font script="Hans" typeface="黑体"/>
      <a:font script="Hant" typeface="微軟正黑體"/>
      <a:font script="Arab" typeface="Tahoma"/>
      <a:font script="Hebr" typeface="Gisha"/>
      <a:font script="Thai" typeface="Iris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  <a:font script="Geor" typeface="Sylfaen"/>
    </a:majorFont>
    <a:minorFont>
      <a:latin typeface="NVIDIA Sans"/>
      <a:ea typeface=""/>
      <a:cs typeface=""/>
      <a:font script="Jpan" typeface="HG丸ｺﾞｼｯｸM-PRO"/>
      <a:font script="Hang" typeface="HY그래픽M"/>
      <a:font script="Hans" typeface="华文新魏"/>
      <a:font script="Hant" typeface="微軟正黑體"/>
      <a:font script="Arab" typeface="Tahoma"/>
      <a:font script="Hebr" typeface="Gisha"/>
      <a:font script="Thai" typeface="Iris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Custom 7">
    <a:dk1>
      <a:srgbClr val="CDCDCD"/>
    </a:dk1>
    <a:lt1>
      <a:srgbClr val="FFFFFF"/>
    </a:lt1>
    <a:dk2>
      <a:srgbClr val="000000"/>
    </a:dk2>
    <a:lt2>
      <a:srgbClr val="76B900"/>
    </a:lt2>
    <a:accent1>
      <a:srgbClr val="008564"/>
    </a:accent1>
    <a:accent2>
      <a:srgbClr val="5D1682"/>
    </a:accent2>
    <a:accent3>
      <a:srgbClr val="890C58"/>
    </a:accent3>
    <a:accent4>
      <a:srgbClr val="5E5E5E"/>
    </a:accent4>
    <a:accent5>
      <a:srgbClr val="8C8C8C"/>
    </a:accent5>
    <a:accent6>
      <a:srgbClr val="0071C5"/>
    </a:accent6>
    <a:hlink>
      <a:srgbClr val="76B900"/>
    </a:hlink>
    <a:folHlink>
      <a:srgbClr val="76B900"/>
    </a:folHlink>
  </a:clrScheme>
  <a:fontScheme name="Opulent">
    <a:majorFont>
      <a:latin typeface="NVIDIA Sans"/>
      <a:ea typeface=""/>
      <a:cs typeface=""/>
      <a:font script="Jpan" typeface="HG丸ｺﾞｼｯｸM-PRO"/>
      <a:font script="Hang" typeface="HY그래픽M"/>
      <a:font script="Hans" typeface="黑体"/>
      <a:font script="Hant" typeface="微軟正黑體"/>
      <a:font script="Arab" typeface="Tahoma"/>
      <a:font script="Hebr" typeface="Gisha"/>
      <a:font script="Thai" typeface="Iris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  <a:font script="Geor" typeface="Sylfaen"/>
    </a:majorFont>
    <a:minorFont>
      <a:latin typeface="NVIDIA Sans"/>
      <a:ea typeface=""/>
      <a:cs typeface=""/>
      <a:font script="Jpan" typeface="HG丸ｺﾞｼｯｸM-PRO"/>
      <a:font script="Hang" typeface="HY그래픽M"/>
      <a:font script="Hans" typeface="华文新魏"/>
      <a:font script="Hant" typeface="微軟正黑體"/>
      <a:font script="Arab" typeface="Tahoma"/>
      <a:font script="Hebr" typeface="Gisha"/>
      <a:font script="Thai" typeface="Iris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65afe6d-7162-4df4-ae98-80745cab72d4" xsi:nil="true"/>
    <PublishingExpirationDate xmlns="http://schemas.microsoft.com/sharepoint/v3" xsi:nil="true"/>
    <PublishingStartDate xmlns="http://schemas.microsoft.com/sharepoint/v3" xsi:nil="true"/>
    <lcf76f155ced4ddcb4097134ff3c332f xmlns="2a5b1eea-32a8-4673-8d38-de3226caeee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45EAE5F8329F47B840B6DEBAC2F43F" ma:contentTypeVersion="16" ma:contentTypeDescription="Create a new document." ma:contentTypeScope="" ma:versionID="d108ba04fbfd62b850de8a3b06c77155">
  <xsd:schema xmlns:xsd="http://www.w3.org/2001/XMLSchema" xmlns:xs="http://www.w3.org/2001/XMLSchema" xmlns:p="http://schemas.microsoft.com/office/2006/metadata/properties" xmlns:ns1="http://schemas.microsoft.com/sharepoint/v3" xmlns:ns2="2a5b1eea-32a8-4673-8d38-de3226caeee3" xmlns:ns3="f65afe6d-7162-4df4-ae98-80745cab72d4" targetNamespace="http://schemas.microsoft.com/office/2006/metadata/properties" ma:root="true" ma:fieldsID="bbba964f42bfbed6107cdc5f3351a6af" ns1:_="" ns2:_="" ns3:_="">
    <xsd:import namespace="http://schemas.microsoft.com/sharepoint/v3"/>
    <xsd:import namespace="2a5b1eea-32a8-4673-8d38-de3226caeee3"/>
    <xsd:import namespace="f65afe6d-7162-4df4-ae98-80745cab72d4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5b1eea-32a8-4673-8d38-de3226caee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04b2a00-2846-4002-b30b-85ebaf4c01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5afe6d-7162-4df4-ae98-80745cab72d4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a9d4e2c1-4547-4ca0-9568-b573cd0c84c4}" ma:internalName="TaxCatchAll" ma:showField="CatchAllData" ma:web="f65afe6d-7162-4df4-ae98-80745cab72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5AC8C1-8675-4762-89BF-D102E51271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4C7E1E-6C20-440E-941A-535F1A24C014}">
  <ds:schemaRefs>
    <ds:schemaRef ds:uri="http://purl.org/dc/elements/1.1/"/>
    <ds:schemaRef ds:uri="http://schemas.microsoft.com/office/2006/documentManagement/types"/>
    <ds:schemaRef ds:uri="2a5b1eea-32a8-4673-8d38-de3226caeee3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dcmitype/"/>
    <ds:schemaRef ds:uri="f65afe6d-7162-4df4-ae98-80745cab72d4"/>
    <ds:schemaRef ds:uri="http://schemas.microsoft.com/sharepoint/v3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9861657-0893-4C47-9937-5F9BB05080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a5b1eea-32a8-4673-8d38-de3226caeee3"/>
    <ds:schemaRef ds:uri="f65afe6d-7162-4df4-ae98-80745cab72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1875</TotalTime>
  <Words>2226</Words>
  <Application>Microsoft Office PowerPoint</Application>
  <PresentationFormat>Custom</PresentationFormat>
  <Paragraphs>512</Paragraphs>
  <Slides>60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NVIDIA Sans</vt:lpstr>
      <vt:lpstr>NVIDIA Sans Light</vt:lpstr>
      <vt:lpstr>NVIDIA Sans Medium</vt:lpstr>
      <vt:lpstr>Roboto Mono</vt:lpstr>
      <vt:lpstr>Wingdings</vt:lpstr>
      <vt:lpstr>Title Only</vt:lpstr>
      <vt:lpstr>PowerPoint Presentation</vt:lpstr>
      <vt:lpstr>Font Test</vt:lpstr>
      <vt:lpstr>How to Install NVIDIA Sans Fonts</vt:lpstr>
      <vt:lpstr>Ways to Reduce File Size</vt:lpstr>
      <vt:lpstr>Reset Slide</vt:lpstr>
      <vt:lpstr>Title of Presentation Goes Here</vt:lpstr>
      <vt:lpstr>Title of Presentation Goes Here</vt:lpstr>
      <vt:lpstr>NVIDIA Confidential Slide</vt:lpstr>
      <vt:lpstr>Titles Are “Title Case” </vt:lpstr>
      <vt:lpstr>Two Column Layout</vt:lpstr>
      <vt:lpstr>NVIDIA Confidential</vt:lpstr>
      <vt:lpstr>Coding Font</vt:lpstr>
      <vt:lpstr>NVIDIA Confidential Slide</vt:lpstr>
      <vt:lpstr>PowerPoint Presentation</vt:lpstr>
      <vt:lpstr>PowerPoint Presentation</vt:lpstr>
      <vt:lpstr>PowerPoint Presentation</vt:lpstr>
      <vt:lpstr>Color Palette</vt:lpstr>
      <vt:lpstr>Pie Chart</vt:lpstr>
      <vt:lpstr>Bar Chart</vt:lpstr>
      <vt:lpstr>Line Chart</vt:lpstr>
      <vt:lpstr>Table Sample</vt:lpstr>
      <vt:lpstr>Table Sample</vt:lpstr>
      <vt:lpstr>PowerPoint Presentation</vt:lpstr>
      <vt:lpstr>Slide Title for Single Image Layout</vt:lpstr>
      <vt:lpstr>Slide Title for Image With Text Layout</vt:lpstr>
      <vt:lpstr>Slide Title for 2 Image Layout</vt:lpstr>
      <vt:lpstr>Slide Title for 2 Image Layout With Text Layout</vt:lpstr>
      <vt:lpstr>Slide Title for 3 Image Layout</vt:lpstr>
      <vt:lpstr>Slide Title for 4 Image Layout</vt:lpstr>
      <vt:lpstr>Slide Title for 5 Image Layout</vt:lpstr>
      <vt:lpstr>Slide Title for 6 Image Layout</vt:lpstr>
      <vt:lpstr>Slide Title for 7 Image Layout</vt:lpstr>
      <vt:lpstr>Slide Title for 8 Image Layout</vt:lpstr>
      <vt:lpstr>Slide Title for 9 Image Layout</vt:lpstr>
      <vt:lpstr>Slide Title for 10 Image Layout</vt:lpstr>
      <vt:lpstr>Title Goes Here</vt:lpstr>
      <vt:lpstr>Title Goes Here</vt:lpstr>
      <vt:lpstr>Title Goes Here</vt:lpstr>
      <vt:lpstr>Title Goes Here</vt:lpstr>
      <vt:lpstr>Title Goes Here</vt:lpstr>
      <vt:lpstr>Title Only</vt:lpstr>
      <vt:lpstr>Title Goes Here</vt:lpstr>
      <vt:lpstr>Publication Links</vt:lpstr>
      <vt:lpstr>PowerPoint Presentation</vt:lpstr>
      <vt:lpstr>EMBARGO</vt:lpstr>
      <vt:lpstr>PowerPoint Presentation</vt:lpstr>
      <vt:lpstr>Logo Treatment</vt:lpstr>
      <vt:lpstr>Available Assets</vt:lpstr>
      <vt:lpstr>Arrowhead and Diagram Design Styles</vt:lpstr>
      <vt:lpstr>Stack Design Sample</vt:lpstr>
      <vt:lpstr>Stack Design Sample</vt:lpstr>
      <vt:lpstr>PowerPoint Presentation</vt:lpstr>
      <vt:lpstr>Timeline</vt:lpstr>
      <vt:lpstr>Timeline</vt:lpstr>
      <vt:lpstr>Complex Timeline</vt:lpstr>
      <vt:lpstr>PowerPoint Presentation</vt:lpstr>
      <vt:lpstr>PowerPoint Presentation</vt:lpstr>
      <vt:lpstr>World Map</vt:lpstr>
      <vt:lpstr>World Map Slide With Additional Text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Laura Spillman</dc:creator>
  <cp:lastModifiedBy>Patricia Vera</cp:lastModifiedBy>
  <cp:revision>16</cp:revision>
  <dcterms:created xsi:type="dcterms:W3CDTF">2023-07-05T16:37:04Z</dcterms:created>
  <dcterms:modified xsi:type="dcterms:W3CDTF">2025-09-18T21:23:46Z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0x010100A145EAE5F8329F47B840B6DEBAC2F43F</vt:lpwstr>
  </property>
  <property fmtid="{D5CDD505-2E9C-101B-9397-08002B2CF9AE}" pid="3" name="MediaServiceImageTags">
    <vt:lpwstr/>
  </property>
</Properties>
</file>